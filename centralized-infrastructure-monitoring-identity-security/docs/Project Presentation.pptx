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</p:sldIdLst>
  <p:sldSz cx="18288000" cy="10287000"/>
  <p:notesSz cx="6858000" cy="9144000"/>
  <p:embeddedFontLst>
    <p:embeddedFont>
      <p:font typeface="Bricolage Grotesque SemiBold" panose="020B0604020202020204" charset="0"/>
      <p:regular r:id="rId23"/>
    </p:embeddedFon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  <p:embeddedFont>
      <p:font typeface="Poppi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1107" autoAdjust="0"/>
  </p:normalViewPr>
  <p:slideViewPr>
    <p:cSldViewPr>
      <p:cViewPr varScale="1">
        <p:scale>
          <a:sx n="39" d="100"/>
          <a:sy n="39" d="100"/>
        </p:scale>
        <p:origin x="11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 NGR" userId="bc4f4f4be2843939" providerId="LiveId" clId="{A780A3DF-D465-4302-AB04-7FDC451121A8}"/>
    <pc:docChg chg="undo redo custSel addSld delSld modSld">
      <pc:chgData name="YOU NGR" userId="bc4f4f4be2843939" providerId="LiveId" clId="{A780A3DF-D465-4302-AB04-7FDC451121A8}" dt="2026-10-14T15:15:10.241" v="1356" actId="6549"/>
      <pc:docMkLst>
        <pc:docMk/>
      </pc:docMkLst>
      <pc:sldChg chg="addSp delSp modSp mod modNotesTx">
        <pc:chgData name="YOU NGR" userId="bc4f4f4be2843939" providerId="LiveId" clId="{A780A3DF-D465-4302-AB04-7FDC451121A8}" dt="2026-10-14T15:15:10.241" v="1356" actId="6549"/>
        <pc:sldMkLst>
          <pc:docMk/>
          <pc:sldMk cId="0" sldId="256"/>
        </pc:sldMkLst>
        <pc:spChg chg="mod">
          <ac:chgData name="YOU NGR" userId="bc4f4f4be2843939" providerId="LiveId" clId="{A780A3DF-D465-4302-AB04-7FDC451121A8}" dt="2026-10-11T16:30:29.924" v="98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YOU NGR" userId="bc4f4f4be2843939" providerId="LiveId" clId="{A780A3DF-D465-4302-AB04-7FDC451121A8}" dt="2026-10-11T16:32:07.729" v="106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YOU NGR" userId="bc4f4f4be2843939" providerId="LiveId" clId="{A780A3DF-D465-4302-AB04-7FDC451121A8}" dt="2026-10-11T16:31:48.312" v="1048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YOU NGR" userId="bc4f4f4be2843939" providerId="LiveId" clId="{A780A3DF-D465-4302-AB04-7FDC451121A8}" dt="2026-10-14T15:15:10.241" v="1356" actId="6549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YOU NGR" userId="bc4f4f4be2843939" providerId="LiveId" clId="{A780A3DF-D465-4302-AB04-7FDC451121A8}" dt="2026-10-11T16:10:37.038" v="886" actId="14100"/>
        <pc:sldMkLst>
          <pc:docMk/>
          <pc:sldMk cId="0" sldId="257"/>
        </pc:sldMkLst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37" creationId="{96C32F94-E5B2-3CCA-06B6-4EA4900A676D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38" creationId="{4C972F87-101B-5889-D097-6D95528895FE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40" creationId="{973A3053-979A-69D9-A300-1A2045E96664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41" creationId="{4E74CAF4-CD4E-D399-51BB-53DBBDA3C96C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44" creationId="{7C9FA35F-6CF0-CA30-980D-85C3AAD739F7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46" creationId="{555B2EC7-4015-B46A-3A53-69C899A5C8D5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56" creationId="{06664BDD-8BAD-5FAA-EFC5-62295F24CCEA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61" creationId="{B13B7AA9-2BF6-AC83-79CC-3CBBE072F362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62" creationId="{97918CFC-646D-85AA-3B31-1E7099F1CF8C}"/>
          </ac:spMkLst>
        </pc:spChg>
        <pc:spChg chg="mod">
          <ac:chgData name="YOU NGR" userId="bc4f4f4be2843939" providerId="LiveId" clId="{A780A3DF-D465-4302-AB04-7FDC451121A8}" dt="2026-10-11T16:09:42.910" v="873"/>
          <ac:spMkLst>
            <pc:docMk/>
            <pc:sldMk cId="0" sldId="257"/>
            <ac:spMk id="64" creationId="{9AD16695-0568-5B78-1349-58DBE8AE1094}"/>
          </ac:spMkLst>
        </pc:spChg>
        <pc:grpChg chg="mod">
          <ac:chgData name="YOU NGR" userId="bc4f4f4be2843939" providerId="LiveId" clId="{A780A3DF-D465-4302-AB04-7FDC451121A8}" dt="2026-10-11T16:10:37.038" v="886" actId="14100"/>
          <ac:grpSpMkLst>
            <pc:docMk/>
            <pc:sldMk cId="0" sldId="257"/>
            <ac:grpSpMk id="5" creationId="{00000000-0000-0000-0000-000000000000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36" creationId="{34490F68-A240-1BE9-713E-29C84A653D2F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39" creationId="{DE4EC755-D949-C3D7-98AB-B9664A35DFD0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42" creationId="{71D1719E-60D5-5D6E-4719-1CAEC8E11895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45" creationId="{D150D09B-3BCE-6A65-B5D7-59473BCD83D0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51" creationId="{B921BB02-2FC0-32EF-F577-84ACDB6F5826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54" creationId="{2E35A3A8-A576-468D-C1F9-BA3AA2D983C9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57" creationId="{329777F6-B56E-51AE-5C5E-1D84078918F2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60" creationId="{5DB01B97-8A01-9BEB-5B48-16607A085159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63" creationId="{7538D4BA-8D2C-29BB-3C43-00A30B511EEB}"/>
          </ac:grpSpMkLst>
        </pc:grpChg>
        <pc:grpChg chg="mod">
          <ac:chgData name="YOU NGR" userId="bc4f4f4be2843939" providerId="LiveId" clId="{A780A3DF-D465-4302-AB04-7FDC451121A8}" dt="2026-10-11T16:09:48.597" v="881" actId="1038"/>
          <ac:grpSpMkLst>
            <pc:docMk/>
            <pc:sldMk cId="0" sldId="257"/>
            <ac:grpSpMk id="66" creationId="{61641A7E-B80C-2685-8F9D-934D06901C94}"/>
          </ac:grpSpMkLst>
        </pc:grpChg>
      </pc:sldChg>
      <pc:sldChg chg="addSp delSp modSp mod">
        <pc:chgData name="YOU NGR" userId="bc4f4f4be2843939" providerId="LiveId" clId="{A780A3DF-D465-4302-AB04-7FDC451121A8}" dt="2026-10-12T17:52:46.923" v="1315" actId="478"/>
        <pc:sldMkLst>
          <pc:docMk/>
          <pc:sldMk cId="0" sldId="258"/>
        </pc:sldMkLst>
        <pc:spChg chg="add mod">
          <ac:chgData name="YOU NGR" userId="bc4f4f4be2843939" providerId="LiveId" clId="{A780A3DF-D465-4302-AB04-7FDC451121A8}" dt="2026-10-11T14:29:14.522" v="12" actId="14100"/>
          <ac:spMkLst>
            <pc:docMk/>
            <pc:sldMk cId="0" sldId="258"/>
            <ac:spMk id="13" creationId="{4DECF3F9-5E5D-6B18-AE2D-CD4710198F2F}"/>
          </ac:spMkLst>
        </pc:spChg>
        <pc:spChg chg="add mod">
          <ac:chgData name="YOU NGR" userId="bc4f4f4be2843939" providerId="LiveId" clId="{A780A3DF-D465-4302-AB04-7FDC451121A8}" dt="2026-10-11T16:21:52.003" v="927" actId="1076"/>
          <ac:spMkLst>
            <pc:docMk/>
            <pc:sldMk cId="0" sldId="258"/>
            <ac:spMk id="15" creationId="{F18139F9-28B7-2A34-7962-F8FE17551FBF}"/>
          </ac:spMkLst>
        </pc:spChg>
        <pc:picChg chg="add del mod">
          <ac:chgData name="YOU NGR" userId="bc4f4f4be2843939" providerId="LiveId" clId="{A780A3DF-D465-4302-AB04-7FDC451121A8}" dt="2026-10-12T17:52:46.923" v="1315" actId="478"/>
          <ac:picMkLst>
            <pc:docMk/>
            <pc:sldMk cId="0" sldId="258"/>
            <ac:picMk id="18" creationId="{CEBBD688-4A6A-0114-CD4D-37EE635FFB81}"/>
          </ac:picMkLst>
        </pc:picChg>
      </pc:sldChg>
      <pc:sldChg chg="addSp delSp modSp mod modNotesTx">
        <pc:chgData name="YOU NGR" userId="bc4f4f4be2843939" providerId="LiveId" clId="{A780A3DF-D465-4302-AB04-7FDC451121A8}" dt="2026-10-13T06:48:11.775" v="1351" actId="20577"/>
        <pc:sldMkLst>
          <pc:docMk/>
          <pc:sldMk cId="0" sldId="259"/>
        </pc:sldMkLst>
        <pc:spChg chg="mod">
          <ac:chgData name="YOU NGR" userId="bc4f4f4be2843939" providerId="LiveId" clId="{A780A3DF-D465-4302-AB04-7FDC451121A8}" dt="2026-10-11T14:31:51.339" v="45" actId="14826"/>
          <ac:spMkLst>
            <pc:docMk/>
            <pc:sldMk cId="0" sldId="259"/>
            <ac:spMk id="6" creationId="{00000000-0000-0000-0000-000000000000}"/>
          </ac:spMkLst>
        </pc:spChg>
        <pc:spChg chg="mod">
          <ac:chgData name="YOU NGR" userId="bc4f4f4be2843939" providerId="LiveId" clId="{A780A3DF-D465-4302-AB04-7FDC451121A8}" dt="2026-10-11T14:32:03.789" v="47" actId="14826"/>
          <ac:spMkLst>
            <pc:docMk/>
            <pc:sldMk cId="0" sldId="259"/>
            <ac:spMk id="8" creationId="{00000000-0000-0000-0000-000000000000}"/>
          </ac:spMkLst>
        </pc:spChg>
        <pc:spChg chg="mod">
          <ac:chgData name="YOU NGR" userId="bc4f4f4be2843939" providerId="LiveId" clId="{A780A3DF-D465-4302-AB04-7FDC451121A8}" dt="2026-10-11T14:32:13.288" v="49" actId="14826"/>
          <ac:spMkLst>
            <pc:docMk/>
            <pc:sldMk cId="0" sldId="259"/>
            <ac:spMk id="10" creationId="{00000000-0000-0000-0000-000000000000}"/>
          </ac:spMkLst>
        </pc:spChg>
        <pc:spChg chg="add mod">
          <ac:chgData name="YOU NGR" userId="bc4f4f4be2843939" providerId="LiveId" clId="{A780A3DF-D465-4302-AB04-7FDC451121A8}" dt="2026-10-11T14:31:33.358" v="43" actId="1076"/>
          <ac:spMkLst>
            <pc:docMk/>
            <pc:sldMk cId="0" sldId="259"/>
            <ac:spMk id="24" creationId="{81488B7D-F8FF-A5D3-D4A7-59E67F81C870}"/>
          </ac:spMkLst>
        </pc:spChg>
        <pc:spChg chg="add mod">
          <ac:chgData name="YOU NGR" userId="bc4f4f4be2843939" providerId="LiveId" clId="{A780A3DF-D465-4302-AB04-7FDC451121A8}" dt="2026-10-11T14:31:06.614" v="34" actId="1076"/>
          <ac:spMkLst>
            <pc:docMk/>
            <pc:sldMk cId="0" sldId="259"/>
            <ac:spMk id="26" creationId="{86AC9528-A45D-57CD-0CD0-9DFFE62A4AD9}"/>
          </ac:spMkLst>
        </pc:spChg>
        <pc:spChg chg="add mod">
          <ac:chgData name="YOU NGR" userId="bc4f4f4be2843939" providerId="LiveId" clId="{A780A3DF-D465-4302-AB04-7FDC451121A8}" dt="2026-10-11T14:31:11.816" v="35" actId="1076"/>
          <ac:spMkLst>
            <pc:docMk/>
            <pc:sldMk cId="0" sldId="259"/>
            <ac:spMk id="28" creationId="{DEE389ED-1837-046C-7EF8-AAF14B14A500}"/>
          </ac:spMkLst>
        </pc:spChg>
      </pc:sldChg>
      <pc:sldChg chg="addSp delSp modSp mod modNotesTx">
        <pc:chgData name="YOU NGR" userId="bc4f4f4be2843939" providerId="LiveId" clId="{A780A3DF-D465-4302-AB04-7FDC451121A8}" dt="2026-10-11T22:48:31.871" v="1233" actId="20577"/>
        <pc:sldMkLst>
          <pc:docMk/>
          <pc:sldMk cId="0" sldId="260"/>
        </pc:sldMkLst>
        <pc:spChg chg="add del mod">
          <ac:chgData name="YOU NGR" userId="bc4f4f4be2843939" providerId="LiveId" clId="{A780A3DF-D465-4302-AB04-7FDC451121A8}" dt="2026-10-11T16:13:39.941" v="905" actId="20577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YOU NGR" userId="bc4f4f4be2843939" providerId="LiveId" clId="{A780A3DF-D465-4302-AB04-7FDC451121A8}" dt="2026-10-11T14:39:58.288" v="152" actId="164"/>
          <ac:spMkLst>
            <pc:docMk/>
            <pc:sldMk cId="0" sldId="260"/>
            <ac:spMk id="38" creationId="{CFA29C44-4549-55D1-2567-594204713FEA}"/>
          </ac:spMkLst>
        </pc:spChg>
        <pc:spChg chg="add mod ord">
          <ac:chgData name="YOU NGR" userId="bc4f4f4be2843939" providerId="LiveId" clId="{A780A3DF-D465-4302-AB04-7FDC451121A8}" dt="2026-10-11T14:39:58.288" v="152" actId="164"/>
          <ac:spMkLst>
            <pc:docMk/>
            <pc:sldMk cId="0" sldId="260"/>
            <ac:spMk id="40" creationId="{679BC2E9-8E1A-97B2-49E3-1E67C3549AD6}"/>
          </ac:spMkLst>
        </pc:spChg>
        <pc:spChg chg="add mod topLvl">
          <ac:chgData name="YOU NGR" userId="bc4f4f4be2843939" providerId="LiveId" clId="{A780A3DF-D465-4302-AB04-7FDC451121A8}" dt="2026-10-11T14:40:44.043" v="155" actId="164"/>
          <ac:spMkLst>
            <pc:docMk/>
            <pc:sldMk cId="0" sldId="260"/>
            <ac:spMk id="42" creationId="{59EB3A80-CA62-2235-1676-5CF1D7FD05E1}"/>
          </ac:spMkLst>
        </pc:spChg>
        <pc:spChg chg="add mod ord">
          <ac:chgData name="YOU NGR" userId="bc4f4f4be2843939" providerId="LiveId" clId="{A780A3DF-D465-4302-AB04-7FDC451121A8}" dt="2026-10-11T14:40:44.043" v="155" actId="164"/>
          <ac:spMkLst>
            <pc:docMk/>
            <pc:sldMk cId="0" sldId="260"/>
            <ac:spMk id="44" creationId="{1EC07FF1-9E14-881C-6BB3-764C790A2647}"/>
          </ac:spMkLst>
        </pc:spChg>
        <pc:spChg chg="add mod">
          <ac:chgData name="YOU NGR" userId="bc4f4f4be2843939" providerId="LiveId" clId="{A780A3DF-D465-4302-AB04-7FDC451121A8}" dt="2026-10-11T14:36:23.357" v="92" actId="164"/>
          <ac:spMkLst>
            <pc:docMk/>
            <pc:sldMk cId="0" sldId="260"/>
            <ac:spMk id="46" creationId="{5F4B4A5E-4CB4-8059-7C39-4A1336745940}"/>
          </ac:spMkLst>
        </pc:spChg>
        <pc:spChg chg="add mod">
          <ac:chgData name="YOU NGR" userId="bc4f4f4be2843939" providerId="LiveId" clId="{A780A3DF-D465-4302-AB04-7FDC451121A8}" dt="2026-10-11T14:40:27.093" v="154" actId="164"/>
          <ac:spMkLst>
            <pc:docMk/>
            <pc:sldMk cId="0" sldId="260"/>
            <ac:spMk id="48" creationId="{5FCAE928-4F43-A223-F8A3-1995AE9D565F}"/>
          </ac:spMkLst>
        </pc:spChg>
        <pc:spChg chg="add mod">
          <ac:chgData name="YOU NGR" userId="bc4f4f4be2843939" providerId="LiveId" clId="{A780A3DF-D465-4302-AB04-7FDC451121A8}" dt="2026-10-11T14:33:27.845" v="62" actId="1076"/>
          <ac:spMkLst>
            <pc:docMk/>
            <pc:sldMk cId="0" sldId="260"/>
            <ac:spMk id="50" creationId="{262260B3-CDE5-1BF3-015D-CC48668D5910}"/>
          </ac:spMkLst>
        </pc:spChg>
        <pc:spChg chg="mod">
          <ac:chgData name="YOU NGR" userId="bc4f4f4be2843939" providerId="LiveId" clId="{A780A3DF-D465-4302-AB04-7FDC451121A8}" dt="2026-10-11T14:36:53.569" v="96"/>
          <ac:spMkLst>
            <pc:docMk/>
            <pc:sldMk cId="0" sldId="260"/>
            <ac:spMk id="54" creationId="{D4DE2D44-E517-E03A-A55F-93BFB61A1F08}"/>
          </ac:spMkLst>
        </pc:spChg>
        <pc:spChg chg="mod">
          <ac:chgData name="YOU NGR" userId="bc4f4f4be2843939" providerId="LiveId" clId="{A780A3DF-D465-4302-AB04-7FDC451121A8}" dt="2026-10-11T14:36:53.569" v="96"/>
          <ac:spMkLst>
            <pc:docMk/>
            <pc:sldMk cId="0" sldId="260"/>
            <ac:spMk id="55" creationId="{4C44380C-A7C8-0968-EE2F-837AAE769A7D}"/>
          </ac:spMkLst>
        </pc:spChg>
        <pc:spChg chg="mod">
          <ac:chgData name="YOU NGR" userId="bc4f4f4be2843939" providerId="LiveId" clId="{A780A3DF-D465-4302-AB04-7FDC451121A8}" dt="2026-10-11T14:38:36.710" v="115"/>
          <ac:spMkLst>
            <pc:docMk/>
            <pc:sldMk cId="0" sldId="260"/>
            <ac:spMk id="57" creationId="{00000000-0000-0000-0000-000000000000}"/>
          </ac:spMkLst>
        </pc:spChg>
        <pc:spChg chg="mod">
          <ac:chgData name="YOU NGR" userId="bc4f4f4be2843939" providerId="LiveId" clId="{A780A3DF-D465-4302-AB04-7FDC451121A8}" dt="2026-10-11T14:38:36.710" v="115"/>
          <ac:spMkLst>
            <pc:docMk/>
            <pc:sldMk cId="0" sldId="260"/>
            <ac:spMk id="58" creationId="{00000000-0000-0000-0000-000000000000}"/>
          </ac:spMkLst>
        </pc:spChg>
        <pc:grpChg chg="mod">
          <ac:chgData name="YOU NGR" userId="bc4f4f4be2843939" providerId="LiveId" clId="{A780A3DF-D465-4302-AB04-7FDC451121A8}" dt="2026-10-11T14:39:58.288" v="152" actId="164"/>
          <ac:grpSpMkLst>
            <pc:docMk/>
            <pc:sldMk cId="0" sldId="260"/>
            <ac:grpSpMk id="4" creationId="{00000000-0000-0000-0000-000000000000}"/>
          </ac:grpSpMkLst>
        </pc:grpChg>
        <pc:grpChg chg="mod">
          <ac:chgData name="YOU NGR" userId="bc4f4f4be2843939" providerId="LiveId" clId="{A780A3DF-D465-4302-AB04-7FDC451121A8}" dt="2026-10-11T14:40:27.093" v="154" actId="164"/>
          <ac:grpSpMkLst>
            <pc:docMk/>
            <pc:sldMk cId="0" sldId="260"/>
            <ac:grpSpMk id="7" creationId="{00000000-0000-0000-0000-000000000000}"/>
          </ac:grpSpMkLst>
        </pc:grpChg>
        <pc:grpChg chg="mod ord">
          <ac:chgData name="YOU NGR" userId="bc4f4f4be2843939" providerId="LiveId" clId="{A780A3DF-D465-4302-AB04-7FDC451121A8}" dt="2026-10-11T14:40:44.043" v="155" actId="164"/>
          <ac:grpSpMkLst>
            <pc:docMk/>
            <pc:sldMk cId="0" sldId="260"/>
            <ac:grpSpMk id="23" creationId="{00000000-0000-0000-0000-000000000000}"/>
          </ac:grpSpMkLst>
        </pc:grpChg>
        <pc:grpChg chg="mod">
          <ac:chgData name="YOU NGR" userId="bc4f4f4be2843939" providerId="LiveId" clId="{A780A3DF-D465-4302-AB04-7FDC451121A8}" dt="2026-10-11T14:36:23.357" v="92" actId="164"/>
          <ac:grpSpMkLst>
            <pc:docMk/>
            <pc:sldMk cId="0" sldId="260"/>
            <ac:grpSpMk id="26" creationId="{00000000-0000-0000-0000-000000000000}"/>
          </ac:grpSpMkLst>
        </pc:grpChg>
        <pc:grpChg chg="add mod">
          <ac:chgData name="YOU NGR" userId="bc4f4f4be2843939" providerId="LiveId" clId="{A780A3DF-D465-4302-AB04-7FDC451121A8}" dt="2026-10-11T14:40:27.093" v="154" actId="164"/>
          <ac:grpSpMkLst>
            <pc:docMk/>
            <pc:sldMk cId="0" sldId="260"/>
            <ac:grpSpMk id="52" creationId="{2F0C3C6C-A46E-2331-DCA1-E05FEF7EC29F}"/>
          </ac:grpSpMkLst>
        </pc:grpChg>
        <pc:grpChg chg="add mod">
          <ac:chgData name="YOU NGR" userId="bc4f4f4be2843939" providerId="LiveId" clId="{A780A3DF-D465-4302-AB04-7FDC451121A8}" dt="2026-10-11T14:40:44.043" v="155" actId="164"/>
          <ac:grpSpMkLst>
            <pc:docMk/>
            <pc:sldMk cId="0" sldId="260"/>
            <ac:grpSpMk id="53" creationId="{2A2002BA-A96C-AFFA-A879-DB31457594FD}"/>
          </ac:grpSpMkLst>
        </pc:grpChg>
        <pc:grpChg chg="add mod">
          <ac:chgData name="YOU NGR" userId="bc4f4f4be2843939" providerId="LiveId" clId="{A780A3DF-D465-4302-AB04-7FDC451121A8}" dt="2026-10-11T14:39:58.288" v="152" actId="164"/>
          <ac:grpSpMkLst>
            <pc:docMk/>
            <pc:sldMk cId="0" sldId="260"/>
            <ac:grpSpMk id="56" creationId="{00000000-0000-0000-0000-000000000000}"/>
          </ac:grpSpMkLst>
        </pc:grpChg>
        <pc:grpChg chg="add mod">
          <ac:chgData name="YOU NGR" userId="bc4f4f4be2843939" providerId="LiveId" clId="{A780A3DF-D465-4302-AB04-7FDC451121A8}" dt="2026-10-11T16:25:16.006" v="948" actId="1037"/>
          <ac:grpSpMkLst>
            <pc:docMk/>
            <pc:sldMk cId="0" sldId="260"/>
            <ac:grpSpMk id="59" creationId="{4EFB7D9F-8760-0647-860A-BE804C29C0DF}"/>
          </ac:grpSpMkLst>
        </pc:grpChg>
        <pc:grpChg chg="add mod">
          <ac:chgData name="YOU NGR" userId="bc4f4f4be2843939" providerId="LiveId" clId="{A780A3DF-D465-4302-AB04-7FDC451121A8}" dt="2026-10-11T16:25:16.006" v="948" actId="1037"/>
          <ac:grpSpMkLst>
            <pc:docMk/>
            <pc:sldMk cId="0" sldId="260"/>
            <ac:grpSpMk id="60" creationId="{4C115EED-8954-9603-7190-1FDBD48C5F51}"/>
          </ac:grpSpMkLst>
        </pc:grpChg>
        <pc:grpChg chg="add mod">
          <ac:chgData name="YOU NGR" userId="bc4f4f4be2843939" providerId="LiveId" clId="{A780A3DF-D465-4302-AB04-7FDC451121A8}" dt="2026-10-11T14:40:44.043" v="155" actId="164"/>
          <ac:grpSpMkLst>
            <pc:docMk/>
            <pc:sldMk cId="0" sldId="260"/>
            <ac:grpSpMk id="61" creationId="{13921E68-5AC7-8CAC-CF4C-BF1A1A3AC0A5}"/>
          </ac:grpSpMkLst>
        </pc:grpChg>
        <pc:picChg chg="add mod">
          <ac:chgData name="YOU NGR" userId="bc4f4f4be2843939" providerId="LiveId" clId="{A780A3DF-D465-4302-AB04-7FDC451121A8}" dt="2026-10-11T16:25:02.103" v="936" actId="1076"/>
          <ac:picMkLst>
            <pc:docMk/>
            <pc:sldMk cId="0" sldId="260"/>
            <ac:picMk id="74" creationId="{D6276FD1-C60C-781C-9074-106B892C976B}"/>
          </ac:picMkLst>
        </pc:picChg>
      </pc:sldChg>
      <pc:sldChg chg="addSp delSp modSp mod modNotesTx">
        <pc:chgData name="YOU NGR" userId="bc4f4f4be2843939" providerId="LiveId" clId="{A780A3DF-D465-4302-AB04-7FDC451121A8}" dt="2026-10-11T22:49:42.763" v="1240" actId="20577"/>
        <pc:sldMkLst>
          <pc:docMk/>
          <pc:sldMk cId="0" sldId="261"/>
        </pc:sldMkLst>
        <pc:spChg chg="ord">
          <ac:chgData name="YOU NGR" userId="bc4f4f4be2843939" providerId="LiveId" clId="{A780A3DF-D465-4302-AB04-7FDC451121A8}" dt="2026-10-11T14:42:05.802" v="162" actId="166"/>
          <ac:spMkLst>
            <pc:docMk/>
            <pc:sldMk cId="0" sldId="261"/>
            <ac:spMk id="19" creationId="{00000000-0000-0000-0000-000000000000}"/>
          </ac:spMkLst>
        </pc:spChg>
        <pc:picChg chg="add mod">
          <ac:chgData name="YOU NGR" userId="bc4f4f4be2843939" providerId="LiveId" clId="{A780A3DF-D465-4302-AB04-7FDC451121A8}" dt="2026-10-11T14:42:30.078" v="163" actId="1076"/>
          <ac:picMkLst>
            <pc:docMk/>
            <pc:sldMk cId="0" sldId="261"/>
            <ac:picMk id="29" creationId="{EAB9001A-7B32-2CA7-9474-C33D8784FF4A}"/>
          </ac:picMkLst>
        </pc:picChg>
      </pc:sldChg>
      <pc:sldChg chg="addSp delSp modSp mod modNotesTx">
        <pc:chgData name="YOU NGR" userId="bc4f4f4be2843939" providerId="LiveId" clId="{A780A3DF-D465-4302-AB04-7FDC451121A8}" dt="2026-10-12T14:51:11.576" v="1279" actId="1076"/>
        <pc:sldMkLst>
          <pc:docMk/>
          <pc:sldMk cId="0" sldId="262"/>
        </pc:sldMkLst>
        <pc:spChg chg="mod">
          <ac:chgData name="YOU NGR" userId="bc4f4f4be2843939" providerId="LiveId" clId="{A780A3DF-D465-4302-AB04-7FDC451121A8}" dt="2026-10-12T14:49:59.134" v="1266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YOU NGR" userId="bc4f4f4be2843939" providerId="LiveId" clId="{A780A3DF-D465-4302-AB04-7FDC451121A8}" dt="2026-10-12T14:51:11.576" v="1279" actId="1076"/>
          <ac:spMkLst>
            <pc:docMk/>
            <pc:sldMk cId="0" sldId="262"/>
            <ac:spMk id="5" creationId="{F1961733-B6C4-B6A7-216E-206F05863DBA}"/>
          </ac:spMkLst>
        </pc:spChg>
        <pc:spChg chg="add mod">
          <ac:chgData name="YOU NGR" userId="bc4f4f4be2843939" providerId="LiveId" clId="{A780A3DF-D465-4302-AB04-7FDC451121A8}" dt="2026-10-11T14:43:51.282" v="177" actId="14100"/>
          <ac:spMkLst>
            <pc:docMk/>
            <pc:sldMk cId="0" sldId="262"/>
            <ac:spMk id="24" creationId="{89BB4EB2-FCD2-BA08-B43E-24820C7BF694}"/>
          </ac:spMkLst>
        </pc:spChg>
        <pc:spChg chg="add mod">
          <ac:chgData name="YOU NGR" userId="bc4f4f4be2843939" providerId="LiveId" clId="{A780A3DF-D465-4302-AB04-7FDC451121A8}" dt="2026-10-11T14:46:06.750" v="198" actId="1076"/>
          <ac:spMkLst>
            <pc:docMk/>
            <pc:sldMk cId="0" sldId="262"/>
            <ac:spMk id="28" creationId="{D9E7B126-9E63-BC68-7B83-9968E42B1D1D}"/>
          </ac:spMkLst>
        </pc:spChg>
        <pc:spChg chg="add mod">
          <ac:chgData name="YOU NGR" userId="bc4f4f4be2843939" providerId="LiveId" clId="{A780A3DF-D465-4302-AB04-7FDC451121A8}" dt="2026-10-11T14:44:07.544" v="182" actId="403"/>
          <ac:spMkLst>
            <pc:docMk/>
            <pc:sldMk cId="0" sldId="262"/>
            <ac:spMk id="30" creationId="{F86F27C2-F403-4DD9-0E37-DB8BFAE2B5B0}"/>
          </ac:spMkLst>
        </pc:spChg>
        <pc:spChg chg="add mod">
          <ac:chgData name="YOU NGR" userId="bc4f4f4be2843939" providerId="LiveId" clId="{A780A3DF-D465-4302-AB04-7FDC451121A8}" dt="2026-10-11T14:45:01.782" v="194" actId="1076"/>
          <ac:spMkLst>
            <pc:docMk/>
            <pc:sldMk cId="0" sldId="262"/>
            <ac:spMk id="34" creationId="{F42133B6-D300-FC18-FBB7-2EDECAC1063C}"/>
          </ac:spMkLst>
        </pc:spChg>
        <pc:spChg chg="add mod">
          <ac:chgData name="YOU NGR" userId="bc4f4f4be2843939" providerId="LiveId" clId="{A780A3DF-D465-4302-AB04-7FDC451121A8}" dt="2026-10-11T14:44:51.909" v="193" actId="14100"/>
          <ac:spMkLst>
            <pc:docMk/>
            <pc:sldMk cId="0" sldId="262"/>
            <ac:spMk id="36" creationId="{33FC0163-A03B-1482-735F-E3865AD5649D}"/>
          </ac:spMkLst>
        </pc:spChg>
        <pc:spChg chg="add mod">
          <ac:chgData name="YOU NGR" userId="bc4f4f4be2843939" providerId="LiveId" clId="{A780A3DF-D465-4302-AB04-7FDC451121A8}" dt="2026-10-11T14:44:31.554" v="188" actId="1076"/>
          <ac:spMkLst>
            <pc:docMk/>
            <pc:sldMk cId="0" sldId="262"/>
            <ac:spMk id="40" creationId="{A4067C1D-E386-6DF6-7D18-4D15F317A01B}"/>
          </ac:spMkLst>
        </pc:spChg>
        <pc:spChg chg="add mod">
          <ac:chgData name="YOU NGR" userId="bc4f4f4be2843939" providerId="LiveId" clId="{A780A3DF-D465-4302-AB04-7FDC451121A8}" dt="2026-10-11T14:44:24.915" v="187" actId="14100"/>
          <ac:spMkLst>
            <pc:docMk/>
            <pc:sldMk cId="0" sldId="262"/>
            <ac:spMk id="42" creationId="{58892566-FC98-9C2D-27B4-E62D1256C660}"/>
          </ac:spMkLst>
        </pc:spChg>
        <pc:picChg chg="mod">
          <ac:chgData name="YOU NGR" userId="bc4f4f4be2843939" providerId="LiveId" clId="{A780A3DF-D465-4302-AB04-7FDC451121A8}" dt="2026-10-11T14:46:20.632" v="200" actId="1076"/>
          <ac:picMkLst>
            <pc:docMk/>
            <pc:sldMk cId="0" sldId="262"/>
            <ac:picMk id="26" creationId="{3F7BD4BC-96E2-14C7-A2F8-936E12DE54AC}"/>
          </ac:picMkLst>
        </pc:picChg>
        <pc:picChg chg="add mod">
          <ac:chgData name="YOU NGR" userId="bc4f4f4be2843939" providerId="LiveId" clId="{A780A3DF-D465-4302-AB04-7FDC451121A8}" dt="2026-10-11T14:45:37.626" v="197" actId="1076"/>
          <ac:picMkLst>
            <pc:docMk/>
            <pc:sldMk cId="0" sldId="262"/>
            <ac:picMk id="32" creationId="{A085A15D-87E8-AFEB-EA8E-47FE0F1D0A93}"/>
          </ac:picMkLst>
        </pc:picChg>
        <pc:picChg chg="add mod">
          <ac:chgData name="YOU NGR" userId="bc4f4f4be2843939" providerId="LiveId" clId="{A780A3DF-D465-4302-AB04-7FDC451121A8}" dt="2026-10-11T14:44:40.692" v="190" actId="1076"/>
          <ac:picMkLst>
            <pc:docMk/>
            <pc:sldMk cId="0" sldId="262"/>
            <ac:picMk id="38" creationId="{0DB42C95-4867-658A-0D69-D40DB1E03D13}"/>
          </ac:picMkLst>
        </pc:picChg>
      </pc:sldChg>
      <pc:sldChg chg="addSp delSp modSp mod">
        <pc:chgData name="YOU NGR" userId="bc4f4f4be2843939" providerId="LiveId" clId="{A780A3DF-D465-4302-AB04-7FDC451121A8}" dt="2026-10-11T14:49:01.685" v="226" actId="22"/>
        <pc:sldMkLst>
          <pc:docMk/>
          <pc:sldMk cId="0" sldId="263"/>
        </pc:sldMkLst>
        <pc:spChg chg="add mod">
          <ac:chgData name="YOU NGR" userId="bc4f4f4be2843939" providerId="LiveId" clId="{A780A3DF-D465-4302-AB04-7FDC451121A8}" dt="2026-10-11T14:47:40.331" v="211" actId="1076"/>
          <ac:spMkLst>
            <pc:docMk/>
            <pc:sldMk cId="0" sldId="263"/>
            <ac:spMk id="12" creationId="{72A136F8-ABC0-E29C-E057-89F19A5FE23F}"/>
          </ac:spMkLst>
        </pc:spChg>
        <pc:spChg chg="add mod">
          <ac:chgData name="YOU NGR" userId="bc4f4f4be2843939" providerId="LiveId" clId="{A780A3DF-D465-4302-AB04-7FDC451121A8}" dt="2026-10-11T14:48:22.773" v="219" actId="1076"/>
          <ac:spMkLst>
            <pc:docMk/>
            <pc:sldMk cId="0" sldId="263"/>
            <ac:spMk id="14" creationId="{A575C517-5F07-5300-F339-1B2213BB3C05}"/>
          </ac:spMkLst>
        </pc:spChg>
        <pc:spChg chg="add mod">
          <ac:chgData name="YOU NGR" userId="bc4f4f4be2843939" providerId="LiveId" clId="{A780A3DF-D465-4302-AB04-7FDC451121A8}" dt="2026-10-11T14:48:47.048" v="224" actId="14100"/>
          <ac:spMkLst>
            <pc:docMk/>
            <pc:sldMk cId="0" sldId="263"/>
            <ac:spMk id="16" creationId="{80782777-E4D0-6F06-1F11-0502E2A2A27F}"/>
          </ac:spMkLst>
        </pc:spChg>
        <pc:spChg chg="add">
          <ac:chgData name="YOU NGR" userId="bc4f4f4be2843939" providerId="LiveId" clId="{A780A3DF-D465-4302-AB04-7FDC451121A8}" dt="2026-10-11T14:49:01.685" v="226" actId="22"/>
          <ac:spMkLst>
            <pc:docMk/>
            <pc:sldMk cId="0" sldId="263"/>
            <ac:spMk id="18" creationId="{8D8676AC-AADF-012D-8D13-D58059821752}"/>
          </ac:spMkLst>
        </pc:spChg>
        <pc:spChg chg="add">
          <ac:chgData name="YOU NGR" userId="bc4f4f4be2843939" providerId="LiveId" clId="{A780A3DF-D465-4302-AB04-7FDC451121A8}" dt="2026-10-11T14:49:01.685" v="226" actId="22"/>
          <ac:spMkLst>
            <pc:docMk/>
            <pc:sldMk cId="0" sldId="263"/>
            <ac:spMk id="20" creationId="{3C9C9690-CCA8-E1C2-E518-56CDD250352F}"/>
          </ac:spMkLst>
        </pc:spChg>
      </pc:sldChg>
      <pc:sldChg chg="addSp delSp modSp mod modNotesTx">
        <pc:chgData name="YOU NGR" userId="bc4f4f4be2843939" providerId="LiveId" clId="{A780A3DF-D465-4302-AB04-7FDC451121A8}" dt="2026-10-12T15:00:28.743" v="1282" actId="20577"/>
        <pc:sldMkLst>
          <pc:docMk/>
          <pc:sldMk cId="0" sldId="264"/>
        </pc:sldMkLst>
        <pc:spChg chg="add mod">
          <ac:chgData name="YOU NGR" userId="bc4f4f4be2843939" providerId="LiveId" clId="{A780A3DF-D465-4302-AB04-7FDC451121A8}" dt="2026-10-11T14:51:41.793" v="248" actId="1076"/>
          <ac:spMkLst>
            <pc:docMk/>
            <pc:sldMk cId="0" sldId="264"/>
            <ac:spMk id="11" creationId="{6FBED949-C940-6703-D5B5-E7F98A4568FE}"/>
          </ac:spMkLst>
        </pc:spChg>
        <pc:spChg chg="add">
          <ac:chgData name="YOU NGR" userId="bc4f4f4be2843939" providerId="LiveId" clId="{A780A3DF-D465-4302-AB04-7FDC451121A8}" dt="2026-10-11T14:52:00.992" v="250" actId="22"/>
          <ac:spMkLst>
            <pc:docMk/>
            <pc:sldMk cId="0" sldId="264"/>
            <ac:spMk id="19" creationId="{449C46E7-F54B-50A1-1F0F-D41D3EA7F988}"/>
          </ac:spMkLst>
        </pc:spChg>
        <pc:spChg chg="add mod">
          <ac:chgData name="YOU NGR" userId="bc4f4f4be2843939" providerId="LiveId" clId="{A780A3DF-D465-4302-AB04-7FDC451121A8}" dt="2026-10-12T13:34:02.648" v="1264" actId="1036"/>
          <ac:spMkLst>
            <pc:docMk/>
            <pc:sldMk cId="0" sldId="264"/>
            <ac:spMk id="21" creationId="{D7338EA5-5792-5D28-0CCC-7A49571BD3B9}"/>
          </ac:spMkLst>
        </pc:spChg>
        <pc:picChg chg="add mod">
          <ac:chgData name="YOU NGR" userId="bc4f4f4be2843939" providerId="LiveId" clId="{A780A3DF-D465-4302-AB04-7FDC451121A8}" dt="2026-10-11T14:51:29.858" v="247" actId="1076"/>
          <ac:picMkLst>
            <pc:docMk/>
            <pc:sldMk cId="0" sldId="264"/>
            <ac:picMk id="13" creationId="{4D79F35D-BE08-4D3B-4D30-70272CBC0B12}"/>
          </ac:picMkLst>
        </pc:picChg>
        <pc:picChg chg="add mod">
          <ac:chgData name="YOU NGR" userId="bc4f4f4be2843939" providerId="LiveId" clId="{A780A3DF-D465-4302-AB04-7FDC451121A8}" dt="2026-10-11T14:51:25.047" v="246" actId="1076"/>
          <ac:picMkLst>
            <pc:docMk/>
            <pc:sldMk cId="0" sldId="264"/>
            <ac:picMk id="15" creationId="{205F2664-BC60-1A5F-DA8A-F1765D9A7E39}"/>
          </ac:picMkLst>
        </pc:picChg>
      </pc:sldChg>
      <pc:sldChg chg="addSp delSp modSp mod modNotesTx">
        <pc:chgData name="YOU NGR" userId="bc4f4f4be2843939" providerId="LiveId" clId="{A780A3DF-D465-4302-AB04-7FDC451121A8}" dt="2026-10-11T14:54:03.124" v="282" actId="1076"/>
        <pc:sldMkLst>
          <pc:docMk/>
          <pc:sldMk cId="0" sldId="265"/>
        </pc:sldMkLst>
        <pc:spChg chg="add mod">
          <ac:chgData name="YOU NGR" userId="bc4f4f4be2843939" providerId="LiveId" clId="{A780A3DF-D465-4302-AB04-7FDC451121A8}" dt="2026-10-11T14:53:29.241" v="273" actId="1076"/>
          <ac:spMkLst>
            <pc:docMk/>
            <pc:sldMk cId="0" sldId="265"/>
            <ac:spMk id="3" creationId="{EEF862CA-B078-A64B-D27C-C12263912C45}"/>
          </ac:spMkLst>
        </pc:spChg>
        <pc:spChg chg="add mod">
          <ac:chgData name="YOU NGR" userId="bc4f4f4be2843939" providerId="LiveId" clId="{A780A3DF-D465-4302-AB04-7FDC451121A8}" dt="2026-10-11T14:53:49.923" v="278" actId="1076"/>
          <ac:spMkLst>
            <pc:docMk/>
            <pc:sldMk cId="0" sldId="265"/>
            <ac:spMk id="8" creationId="{76BE26D5-AB0D-A1B6-CF5C-94FD84FF1A30}"/>
          </ac:spMkLst>
        </pc:spChg>
        <pc:grpChg chg="mod">
          <ac:chgData name="YOU NGR" userId="bc4f4f4be2843939" providerId="LiveId" clId="{A780A3DF-D465-4302-AB04-7FDC451121A8}" dt="2026-10-11T14:53:25.726" v="272" actId="14100"/>
          <ac:grpSpMkLst>
            <pc:docMk/>
            <pc:sldMk cId="0" sldId="265"/>
            <ac:grpSpMk id="9" creationId="{00000000-0000-0000-0000-000000000000}"/>
          </ac:grpSpMkLst>
        </pc:grpChg>
        <pc:picChg chg="add mod">
          <ac:chgData name="YOU NGR" userId="bc4f4f4be2843939" providerId="LiveId" clId="{A780A3DF-D465-4302-AB04-7FDC451121A8}" dt="2026-10-11T14:53:59.640" v="281" actId="1076"/>
          <ac:picMkLst>
            <pc:docMk/>
            <pc:sldMk cId="0" sldId="265"/>
            <ac:picMk id="14" creationId="{5C79B6E0-1360-4701-BDD9-1A26DEA5F6A6}"/>
          </ac:picMkLst>
        </pc:picChg>
        <pc:picChg chg="add mod">
          <ac:chgData name="YOU NGR" userId="bc4f4f4be2843939" providerId="LiveId" clId="{A780A3DF-D465-4302-AB04-7FDC451121A8}" dt="2026-10-11T14:54:03.124" v="282" actId="1076"/>
          <ac:picMkLst>
            <pc:docMk/>
            <pc:sldMk cId="0" sldId="265"/>
            <ac:picMk id="16" creationId="{6E6A1C23-63B9-5E83-B54D-FD0F48AFC0BF}"/>
          </ac:picMkLst>
        </pc:picChg>
      </pc:sldChg>
      <pc:sldChg chg="addSp delSp modSp mod modNotesTx">
        <pc:chgData name="YOU NGR" userId="bc4f4f4be2843939" providerId="LiveId" clId="{A780A3DF-D465-4302-AB04-7FDC451121A8}" dt="2026-10-11T14:57:51.797" v="314"/>
        <pc:sldMkLst>
          <pc:docMk/>
          <pc:sldMk cId="0" sldId="266"/>
        </pc:sldMkLst>
        <pc:spChg chg="add mod">
          <ac:chgData name="YOU NGR" userId="bc4f4f4be2843939" providerId="LiveId" clId="{A780A3DF-D465-4302-AB04-7FDC451121A8}" dt="2026-10-11T14:57:27.058" v="312" actId="1076"/>
          <ac:spMkLst>
            <pc:docMk/>
            <pc:sldMk cId="0" sldId="266"/>
            <ac:spMk id="11" creationId="{74B35A55-AA10-0EDB-3383-5F04D5EFE522}"/>
          </ac:spMkLst>
        </pc:spChg>
        <pc:spChg chg="add mod">
          <ac:chgData name="YOU NGR" userId="bc4f4f4be2843939" providerId="LiveId" clId="{A780A3DF-D465-4302-AB04-7FDC451121A8}" dt="2026-10-11T14:56:14.118" v="305" actId="1076"/>
          <ac:spMkLst>
            <pc:docMk/>
            <pc:sldMk cId="0" sldId="266"/>
            <ac:spMk id="13" creationId="{757FB7A9-B350-554F-3FB4-56BFC82BD761}"/>
          </ac:spMkLst>
        </pc:spChg>
        <pc:spChg chg="add">
          <ac:chgData name="YOU NGR" userId="bc4f4f4be2843939" providerId="LiveId" clId="{A780A3DF-D465-4302-AB04-7FDC451121A8}" dt="2026-10-11T14:57:39.956" v="313" actId="22"/>
          <ac:spMkLst>
            <pc:docMk/>
            <pc:sldMk cId="0" sldId="266"/>
            <ac:spMk id="16" creationId="{F8E4DD34-78FC-0454-E86A-86B8741C6FEA}"/>
          </ac:spMkLst>
        </pc:spChg>
        <pc:spChg chg="mod">
          <ac:chgData name="YOU NGR" userId="bc4f4f4be2843939" providerId="LiveId" clId="{A780A3DF-D465-4302-AB04-7FDC451121A8}" dt="2026-10-11T14:57:51.797" v="314"/>
          <ac:spMkLst>
            <pc:docMk/>
            <pc:sldMk cId="0" sldId="266"/>
            <ac:spMk id="18" creationId="{3E91F806-4381-986A-873D-93CC4354257E}"/>
          </ac:spMkLst>
        </pc:spChg>
        <pc:spChg chg="mod">
          <ac:chgData name="YOU NGR" userId="bc4f4f4be2843939" providerId="LiveId" clId="{A780A3DF-D465-4302-AB04-7FDC451121A8}" dt="2026-10-11T14:57:51.797" v="314"/>
          <ac:spMkLst>
            <pc:docMk/>
            <pc:sldMk cId="0" sldId="266"/>
            <ac:spMk id="19" creationId="{19E061BE-1D72-DBCC-658B-32C653A2C1B3}"/>
          </ac:spMkLst>
        </pc:spChg>
        <pc:spChg chg="add mod">
          <ac:chgData name="YOU NGR" userId="bc4f4f4be2843939" providerId="LiveId" clId="{A780A3DF-D465-4302-AB04-7FDC451121A8}" dt="2026-10-11T14:57:51.797" v="314"/>
          <ac:spMkLst>
            <pc:docMk/>
            <pc:sldMk cId="0" sldId="266"/>
            <ac:spMk id="20" creationId="{B9B1BFCD-3DAE-2D7F-BC98-AFD1A52F8B86}"/>
          </ac:spMkLst>
        </pc:spChg>
        <pc:grpChg chg="mod">
          <ac:chgData name="YOU NGR" userId="bc4f4f4be2843939" providerId="LiveId" clId="{A780A3DF-D465-4302-AB04-7FDC451121A8}" dt="2026-10-11T14:56:07.725" v="304" actId="1076"/>
          <ac:grpSpMkLst>
            <pc:docMk/>
            <pc:sldMk cId="0" sldId="266"/>
            <ac:grpSpMk id="3" creationId="{00000000-0000-0000-0000-000000000000}"/>
          </ac:grpSpMkLst>
        </pc:grpChg>
        <pc:grpChg chg="add mod">
          <ac:chgData name="YOU NGR" userId="bc4f4f4be2843939" providerId="LiveId" clId="{A780A3DF-D465-4302-AB04-7FDC451121A8}" dt="2026-10-11T14:57:51.797" v="314"/>
          <ac:grpSpMkLst>
            <pc:docMk/>
            <pc:sldMk cId="0" sldId="266"/>
            <ac:grpSpMk id="17" creationId="{146CFC19-B444-9A25-2952-FEC40AC53CEC}"/>
          </ac:grpSpMkLst>
        </pc:grpChg>
        <pc:picChg chg="add mod">
          <ac:chgData name="YOU NGR" userId="bc4f4f4be2843939" providerId="LiveId" clId="{A780A3DF-D465-4302-AB04-7FDC451121A8}" dt="2026-10-11T14:57:11.436" v="311" actId="1076"/>
          <ac:picMkLst>
            <pc:docMk/>
            <pc:sldMk cId="0" sldId="266"/>
            <ac:picMk id="14" creationId="{A81E1EE8-9470-2E11-364C-ED9A19A34CD7}"/>
          </ac:picMkLst>
        </pc:picChg>
      </pc:sldChg>
      <pc:sldChg chg="addSp delSp modSp mod modNotesTx">
        <pc:chgData name="YOU NGR" userId="bc4f4f4be2843939" providerId="LiveId" clId="{A780A3DF-D465-4302-AB04-7FDC451121A8}" dt="2026-10-11T22:56:27.017" v="1247"/>
        <pc:sldMkLst>
          <pc:docMk/>
          <pc:sldMk cId="0" sldId="267"/>
        </pc:sldMkLst>
        <pc:spChg chg="add mod">
          <ac:chgData name="YOU NGR" userId="bc4f4f4be2843939" providerId="LiveId" clId="{A780A3DF-D465-4302-AB04-7FDC451121A8}" dt="2026-10-11T22:56:27.017" v="1247"/>
          <ac:spMkLst>
            <pc:docMk/>
            <pc:sldMk cId="0" sldId="267"/>
            <ac:spMk id="11" creationId="{4B1E20B8-093F-2C04-AAAE-966CE508273F}"/>
          </ac:spMkLst>
        </pc:spChg>
        <pc:picChg chg="add mod">
          <ac:chgData name="YOU NGR" userId="bc4f4f4be2843939" providerId="LiveId" clId="{A780A3DF-D465-4302-AB04-7FDC451121A8}" dt="2026-10-11T14:58:34.886" v="323" actId="1076"/>
          <ac:picMkLst>
            <pc:docMk/>
            <pc:sldMk cId="0" sldId="267"/>
            <ac:picMk id="10" creationId="{342A057B-17E5-7A51-212F-A3E0FF2F3077}"/>
          </ac:picMkLst>
        </pc:picChg>
      </pc:sldChg>
      <pc:sldChg chg="addSp delSp modSp mod modNotesTx">
        <pc:chgData name="YOU NGR" userId="bc4f4f4be2843939" providerId="LiveId" clId="{A780A3DF-D465-4302-AB04-7FDC451121A8}" dt="2026-10-11T22:57:13.506" v="1249" actId="20577"/>
        <pc:sldMkLst>
          <pc:docMk/>
          <pc:sldMk cId="0" sldId="268"/>
        </pc:sldMkLst>
        <pc:spChg chg="add mod">
          <ac:chgData name="YOU NGR" userId="bc4f4f4be2843939" providerId="LiveId" clId="{A780A3DF-D465-4302-AB04-7FDC451121A8}" dt="2026-10-11T15:00:40.371" v="367" actId="1076"/>
          <ac:spMkLst>
            <pc:docMk/>
            <pc:sldMk cId="0" sldId="268"/>
            <ac:spMk id="10" creationId="{66135E6E-C4BA-A120-988C-F8C0D995C94C}"/>
          </ac:spMkLst>
        </pc:spChg>
        <pc:spChg chg="add mod">
          <ac:chgData name="YOU NGR" userId="bc4f4f4be2843939" providerId="LiveId" clId="{A780A3DF-D465-4302-AB04-7FDC451121A8}" dt="2026-10-11T15:02:11.824" v="385" actId="403"/>
          <ac:spMkLst>
            <pc:docMk/>
            <pc:sldMk cId="0" sldId="268"/>
            <ac:spMk id="12" creationId="{43453C6B-F446-BD52-B671-CD0C1AC457E4}"/>
          </ac:spMkLst>
        </pc:spChg>
        <pc:spChg chg="add mod">
          <ac:chgData name="YOU NGR" userId="bc4f4f4be2843939" providerId="LiveId" clId="{A780A3DF-D465-4302-AB04-7FDC451121A8}" dt="2026-10-11T15:01:51.900" v="381" actId="1076"/>
          <ac:spMkLst>
            <pc:docMk/>
            <pc:sldMk cId="0" sldId="268"/>
            <ac:spMk id="18" creationId="{E6531AAE-3AFB-FEEF-742F-0C91B77E01E3}"/>
          </ac:spMkLst>
        </pc:spChg>
        <pc:spChg chg="add mod">
          <ac:chgData name="YOU NGR" userId="bc4f4f4be2843939" providerId="LiveId" clId="{A780A3DF-D465-4302-AB04-7FDC451121A8}" dt="2026-10-11T15:01:40.778" v="379" actId="1076"/>
          <ac:spMkLst>
            <pc:docMk/>
            <pc:sldMk cId="0" sldId="268"/>
            <ac:spMk id="20" creationId="{9371ABB7-CC82-C4EB-F797-B855D68EB036}"/>
          </ac:spMkLst>
        </pc:spChg>
        <pc:picChg chg="add mod">
          <ac:chgData name="YOU NGR" userId="bc4f4f4be2843939" providerId="LiveId" clId="{A780A3DF-D465-4302-AB04-7FDC451121A8}" dt="2026-10-11T15:02:01.523" v="382" actId="1076"/>
          <ac:picMkLst>
            <pc:docMk/>
            <pc:sldMk cId="0" sldId="268"/>
            <ac:picMk id="14" creationId="{1F2F207B-2238-B417-8449-0F82E27DD9C9}"/>
          </ac:picMkLst>
        </pc:picChg>
        <pc:picChg chg="add mod">
          <ac:chgData name="YOU NGR" userId="bc4f4f4be2843939" providerId="LiveId" clId="{A780A3DF-D465-4302-AB04-7FDC451121A8}" dt="2026-10-11T15:01:03.443" v="372" actId="1076"/>
          <ac:picMkLst>
            <pc:docMk/>
            <pc:sldMk cId="0" sldId="268"/>
            <ac:picMk id="16" creationId="{4AE14022-8916-7897-820E-977E1C97C362}"/>
          </ac:picMkLst>
        </pc:picChg>
        <pc:picChg chg="add mod">
          <ac:chgData name="YOU NGR" userId="bc4f4f4be2843939" providerId="LiveId" clId="{A780A3DF-D465-4302-AB04-7FDC451121A8}" dt="2026-10-11T15:01:45.886" v="380" actId="1076"/>
          <ac:picMkLst>
            <pc:docMk/>
            <pc:sldMk cId="0" sldId="268"/>
            <ac:picMk id="22" creationId="{E3215E1A-1AB6-1990-C890-1956A59E0F15}"/>
          </ac:picMkLst>
        </pc:picChg>
      </pc:sldChg>
      <pc:sldChg chg="addSp delSp modSp mod modNotesTx">
        <pc:chgData name="YOU NGR" userId="bc4f4f4be2843939" providerId="LiveId" clId="{A780A3DF-D465-4302-AB04-7FDC451121A8}" dt="2026-10-11T22:57:47.794" v="1250" actId="20577"/>
        <pc:sldMkLst>
          <pc:docMk/>
          <pc:sldMk cId="0" sldId="269"/>
        </pc:sldMkLst>
        <pc:spChg chg="add mod">
          <ac:chgData name="YOU NGR" userId="bc4f4f4be2843939" providerId="LiveId" clId="{A780A3DF-D465-4302-AB04-7FDC451121A8}" dt="2026-10-11T15:03:11.654" v="396" actId="14100"/>
          <ac:spMkLst>
            <pc:docMk/>
            <pc:sldMk cId="0" sldId="269"/>
            <ac:spMk id="10" creationId="{70A7BDBE-D440-2621-E26F-1A43234EA7E3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12" creationId="{BAC16517-F0C4-4776-4FE5-292971F1D99E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14" creationId="{9D90BD9C-196F-B000-2FB0-2BFD92359E39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16" creationId="{8A0EDDFE-CEB8-7273-63E7-EABF1618F751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18" creationId="{EA2B03EF-020D-82AD-37E6-440973138603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20" creationId="{1B056D2B-0355-A980-83F5-134F1C0B4375}"/>
          </ac:spMkLst>
        </pc:spChg>
        <pc:spChg chg="add mod">
          <ac:chgData name="YOU NGR" userId="bc4f4f4be2843939" providerId="LiveId" clId="{A780A3DF-D465-4302-AB04-7FDC451121A8}" dt="2026-10-11T15:13:32.541" v="473" actId="1035"/>
          <ac:spMkLst>
            <pc:docMk/>
            <pc:sldMk cId="0" sldId="269"/>
            <ac:spMk id="22" creationId="{DDA5E548-12AE-AF39-572D-7DFA12C3C17D}"/>
          </ac:spMkLst>
        </pc:spChg>
        <pc:spChg chg="mod">
          <ac:chgData name="YOU NGR" userId="bc4f4f4be2843939" providerId="LiveId" clId="{A780A3DF-D465-4302-AB04-7FDC451121A8}" dt="2026-10-11T15:13:48.912" v="474"/>
          <ac:spMkLst>
            <pc:docMk/>
            <pc:sldMk cId="0" sldId="269"/>
            <ac:spMk id="26" creationId="{10D2C7E6-B38E-5059-9F8C-01AAA46FF32F}"/>
          </ac:spMkLst>
        </pc:spChg>
        <pc:spChg chg="mod">
          <ac:chgData name="YOU NGR" userId="bc4f4f4be2843939" providerId="LiveId" clId="{A780A3DF-D465-4302-AB04-7FDC451121A8}" dt="2026-10-11T15:13:48.912" v="474"/>
          <ac:spMkLst>
            <pc:docMk/>
            <pc:sldMk cId="0" sldId="269"/>
            <ac:spMk id="27" creationId="{BB8E9B01-68A7-D4D1-568F-009CA9D4A9F9}"/>
          </ac:spMkLst>
        </pc:spChg>
        <pc:grpChg chg="mod">
          <ac:chgData name="YOU NGR" userId="bc4f4f4be2843939" providerId="LiveId" clId="{A780A3DF-D465-4302-AB04-7FDC451121A8}" dt="2026-10-11T15:14:00.613" v="477" actId="1076"/>
          <ac:grpSpMkLst>
            <pc:docMk/>
            <pc:sldMk cId="0" sldId="269"/>
            <ac:grpSpMk id="2" creationId="{00000000-0000-0000-0000-000000000000}"/>
          </ac:grpSpMkLst>
        </pc:grpChg>
        <pc:grpChg chg="add mod ord">
          <ac:chgData name="YOU NGR" userId="bc4f4f4be2843939" providerId="LiveId" clId="{A780A3DF-D465-4302-AB04-7FDC451121A8}" dt="2026-10-11T15:14:24.578" v="481" actId="14100"/>
          <ac:grpSpMkLst>
            <pc:docMk/>
            <pc:sldMk cId="0" sldId="269"/>
            <ac:grpSpMk id="25" creationId="{D1CFE708-17F8-8888-B45B-B1CE7DE787B5}"/>
          </ac:grpSpMkLst>
        </pc:grpChg>
        <pc:picChg chg="add mod">
          <ac:chgData name="YOU NGR" userId="bc4f4f4be2843939" providerId="LiveId" clId="{A780A3DF-D465-4302-AB04-7FDC451121A8}" dt="2026-10-11T15:13:08.464" v="469" actId="1076"/>
          <ac:picMkLst>
            <pc:docMk/>
            <pc:sldMk cId="0" sldId="269"/>
            <ac:picMk id="24" creationId="{A1CDE7B7-547A-B7AF-6BE9-66397FD053CC}"/>
          </ac:picMkLst>
        </pc:picChg>
      </pc:sldChg>
      <pc:sldChg chg="addSp delSp modSp mod modNotesTx">
        <pc:chgData name="YOU NGR" userId="bc4f4f4be2843939" providerId="LiveId" clId="{A780A3DF-D465-4302-AB04-7FDC451121A8}" dt="2026-10-12T17:23:47.772" v="1284" actId="20577"/>
        <pc:sldMkLst>
          <pc:docMk/>
          <pc:sldMk cId="0" sldId="270"/>
        </pc:sldMkLst>
        <pc:spChg chg="add mod">
          <ac:chgData name="YOU NGR" userId="bc4f4f4be2843939" providerId="LiveId" clId="{A780A3DF-D465-4302-AB04-7FDC451121A8}" dt="2026-10-11T15:16:43.076" v="511" actId="1076"/>
          <ac:spMkLst>
            <pc:docMk/>
            <pc:sldMk cId="0" sldId="270"/>
            <ac:spMk id="14" creationId="{D4C2FBCC-07A2-32F1-2128-92E919E47A29}"/>
          </ac:spMkLst>
        </pc:spChg>
        <pc:spChg chg="add mod">
          <ac:chgData name="YOU NGR" userId="bc4f4f4be2843939" providerId="LiveId" clId="{A780A3DF-D465-4302-AB04-7FDC451121A8}" dt="2026-10-11T15:17:04.399" v="516" actId="1076"/>
          <ac:spMkLst>
            <pc:docMk/>
            <pc:sldMk cId="0" sldId="270"/>
            <ac:spMk id="16" creationId="{55C765F9-A0D7-EDA5-5FB2-F9C5749D7803}"/>
          </ac:spMkLst>
        </pc:spChg>
        <pc:picChg chg="add mod">
          <ac:chgData name="YOU NGR" userId="bc4f4f4be2843939" providerId="LiveId" clId="{A780A3DF-D465-4302-AB04-7FDC451121A8}" dt="2026-10-11T15:17:13.928" v="518" actId="1076"/>
          <ac:picMkLst>
            <pc:docMk/>
            <pc:sldMk cId="0" sldId="270"/>
            <ac:picMk id="20" creationId="{C4F1C370-91A2-1834-B804-216DB86C8ED3}"/>
          </ac:picMkLst>
        </pc:picChg>
        <pc:picChg chg="add mod">
          <ac:chgData name="YOU NGR" userId="bc4f4f4be2843939" providerId="LiveId" clId="{A780A3DF-D465-4302-AB04-7FDC451121A8}" dt="2026-10-11T15:17:18.817" v="519" actId="1076"/>
          <ac:picMkLst>
            <pc:docMk/>
            <pc:sldMk cId="0" sldId="270"/>
            <ac:picMk id="22" creationId="{CCA6B93C-28EA-EDC1-74CC-36C9F576148D}"/>
          </ac:picMkLst>
        </pc:picChg>
      </pc:sldChg>
      <pc:sldChg chg="addSp delSp modSp mod modNotesTx">
        <pc:chgData name="YOU NGR" userId="bc4f4f4be2843939" providerId="LiveId" clId="{A780A3DF-D465-4302-AB04-7FDC451121A8}" dt="2026-10-11T22:59:58.478" v="1256" actId="20577"/>
        <pc:sldMkLst>
          <pc:docMk/>
          <pc:sldMk cId="0" sldId="271"/>
        </pc:sldMkLst>
        <pc:spChg chg="mod">
          <ac:chgData name="YOU NGR" userId="bc4f4f4be2843939" providerId="LiveId" clId="{A780A3DF-D465-4302-AB04-7FDC451121A8}" dt="2026-10-11T15:19:17.959" v="540" actId="1076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YOU NGR" userId="bc4f4f4be2843939" providerId="LiveId" clId="{A780A3DF-D465-4302-AB04-7FDC451121A8}" dt="2026-10-11T15:19:10.820" v="539" actId="1076"/>
          <ac:spMkLst>
            <pc:docMk/>
            <pc:sldMk cId="0" sldId="271"/>
            <ac:spMk id="9" creationId="{A859BD8B-FE49-74B9-B958-68F0A9A63C59}"/>
          </ac:spMkLst>
        </pc:spChg>
        <pc:picChg chg="add mod">
          <ac:chgData name="YOU NGR" userId="bc4f4f4be2843939" providerId="LiveId" clId="{A780A3DF-D465-4302-AB04-7FDC451121A8}" dt="2026-10-11T15:19:36.349" v="543" actId="1076"/>
          <ac:picMkLst>
            <pc:docMk/>
            <pc:sldMk cId="0" sldId="271"/>
            <ac:picMk id="13" creationId="{403EF025-DA38-A85C-878F-256E863A119B}"/>
          </ac:picMkLst>
        </pc:picChg>
        <pc:picChg chg="add mod">
          <ac:chgData name="YOU NGR" userId="bc4f4f4be2843939" providerId="LiveId" clId="{A780A3DF-D465-4302-AB04-7FDC451121A8}" dt="2026-10-11T15:19:29.179" v="541" actId="1076"/>
          <ac:picMkLst>
            <pc:docMk/>
            <pc:sldMk cId="0" sldId="271"/>
            <ac:picMk id="15" creationId="{71E7496E-61E3-80BA-C559-DFCDF8E2DF1D}"/>
          </ac:picMkLst>
        </pc:picChg>
        <pc:picChg chg="add mod">
          <ac:chgData name="YOU NGR" userId="bc4f4f4be2843939" providerId="LiveId" clId="{A780A3DF-D465-4302-AB04-7FDC451121A8}" dt="2026-10-11T15:19:33.225" v="542" actId="1076"/>
          <ac:picMkLst>
            <pc:docMk/>
            <pc:sldMk cId="0" sldId="271"/>
            <ac:picMk id="17" creationId="{818D83E0-5EBC-3EE4-A3B9-58D450E7126E}"/>
          </ac:picMkLst>
        </pc:picChg>
      </pc:sldChg>
      <pc:sldChg chg="addSp delSp modSp mod">
        <pc:chgData name="YOU NGR" userId="bc4f4f4be2843939" providerId="LiveId" clId="{A780A3DF-D465-4302-AB04-7FDC451121A8}" dt="2026-10-11T15:28:26.005" v="610" actId="1076"/>
        <pc:sldMkLst>
          <pc:docMk/>
          <pc:sldMk cId="0" sldId="272"/>
        </pc:sldMkLst>
        <pc:spChg chg="add mod">
          <ac:chgData name="YOU NGR" userId="bc4f4f4be2843939" providerId="LiveId" clId="{A780A3DF-D465-4302-AB04-7FDC451121A8}" dt="2026-10-11T15:28:26.005" v="610" actId="1076"/>
          <ac:spMkLst>
            <pc:docMk/>
            <pc:sldMk cId="0" sldId="272"/>
            <ac:spMk id="13" creationId="{5829A281-2FB3-A88A-6FE6-01FA1A8906B6}"/>
          </ac:spMkLst>
        </pc:spChg>
        <pc:spChg chg="add mod">
          <ac:chgData name="YOU NGR" userId="bc4f4f4be2843939" providerId="LiveId" clId="{A780A3DF-D465-4302-AB04-7FDC451121A8}" dt="2026-10-11T15:25:59.058" v="570" actId="164"/>
          <ac:spMkLst>
            <pc:docMk/>
            <pc:sldMk cId="0" sldId="272"/>
            <ac:spMk id="15" creationId="{89AC803C-EAFB-38DA-EAA2-3F5BF8BA035A}"/>
          </ac:spMkLst>
        </pc:spChg>
        <pc:spChg chg="add mod">
          <ac:chgData name="YOU NGR" userId="bc4f4f4be2843939" providerId="LiveId" clId="{A780A3DF-D465-4302-AB04-7FDC451121A8}" dt="2026-10-11T15:25:59.058" v="570" actId="164"/>
          <ac:spMkLst>
            <pc:docMk/>
            <pc:sldMk cId="0" sldId="272"/>
            <ac:spMk id="17" creationId="{E5B1785D-6CBB-5726-7F36-5A328FA7E178}"/>
          </ac:spMkLst>
        </pc:spChg>
        <pc:spChg chg="add mod">
          <ac:chgData name="YOU NGR" userId="bc4f4f4be2843939" providerId="LiveId" clId="{A780A3DF-D465-4302-AB04-7FDC451121A8}" dt="2026-10-11T15:26:15.495" v="573" actId="164"/>
          <ac:spMkLst>
            <pc:docMk/>
            <pc:sldMk cId="0" sldId="272"/>
            <ac:spMk id="19" creationId="{114322F2-FDF5-F7DD-8084-47834270C478}"/>
          </ac:spMkLst>
        </pc:spChg>
        <pc:spChg chg="add mod">
          <ac:chgData name="YOU NGR" userId="bc4f4f4be2843939" providerId="LiveId" clId="{A780A3DF-D465-4302-AB04-7FDC451121A8}" dt="2026-10-11T15:26:15.495" v="573" actId="164"/>
          <ac:spMkLst>
            <pc:docMk/>
            <pc:sldMk cId="0" sldId="272"/>
            <ac:spMk id="21" creationId="{016618C1-5085-51B5-8004-F1DCC7627452}"/>
          </ac:spMkLst>
        </pc:spChg>
        <pc:spChg chg="add mod">
          <ac:chgData name="YOU NGR" userId="bc4f4f4be2843939" providerId="LiveId" clId="{A780A3DF-D465-4302-AB04-7FDC451121A8}" dt="2026-10-11T15:26:36.833" v="576" actId="164"/>
          <ac:spMkLst>
            <pc:docMk/>
            <pc:sldMk cId="0" sldId="272"/>
            <ac:spMk id="23" creationId="{6AA3D986-5624-DB91-229F-72ED8B1B4169}"/>
          </ac:spMkLst>
        </pc:spChg>
        <pc:spChg chg="add mod">
          <ac:chgData name="YOU NGR" userId="bc4f4f4be2843939" providerId="LiveId" clId="{A780A3DF-D465-4302-AB04-7FDC451121A8}" dt="2026-10-11T15:26:36.833" v="576" actId="164"/>
          <ac:spMkLst>
            <pc:docMk/>
            <pc:sldMk cId="0" sldId="272"/>
            <ac:spMk id="25" creationId="{3F3F4D06-C666-193D-290A-A8E8635D8E48}"/>
          </ac:spMkLst>
        </pc:spChg>
        <pc:grpChg chg="add mod">
          <ac:chgData name="YOU NGR" userId="bc4f4f4be2843939" providerId="LiveId" clId="{A780A3DF-D465-4302-AB04-7FDC451121A8}" dt="2026-10-11T15:27:56.039" v="602" actId="1036"/>
          <ac:grpSpMkLst>
            <pc:docMk/>
            <pc:sldMk cId="0" sldId="272"/>
            <ac:grpSpMk id="26" creationId="{C7C09D60-946E-59EA-CD30-AB90F2CBBFA8}"/>
          </ac:grpSpMkLst>
        </pc:grpChg>
        <pc:grpChg chg="add mod">
          <ac:chgData name="YOU NGR" userId="bc4f4f4be2843939" providerId="LiveId" clId="{A780A3DF-D465-4302-AB04-7FDC451121A8}" dt="2026-10-11T15:27:56.039" v="602" actId="1036"/>
          <ac:grpSpMkLst>
            <pc:docMk/>
            <pc:sldMk cId="0" sldId="272"/>
            <ac:grpSpMk id="27" creationId="{1468D5BC-691F-A36C-AEBA-3662FE34E898}"/>
          </ac:grpSpMkLst>
        </pc:grpChg>
        <pc:grpChg chg="add mod">
          <ac:chgData name="YOU NGR" userId="bc4f4f4be2843939" providerId="LiveId" clId="{A780A3DF-D465-4302-AB04-7FDC451121A8}" dt="2026-10-11T15:27:56.039" v="602" actId="1036"/>
          <ac:grpSpMkLst>
            <pc:docMk/>
            <pc:sldMk cId="0" sldId="272"/>
            <ac:grpSpMk id="28" creationId="{CBCF3DDB-7D1A-A353-F434-66E3132A6313}"/>
          </ac:grpSpMkLst>
        </pc:grpChg>
      </pc:sldChg>
      <pc:sldChg chg="addSp delSp modSp mod modNotesTx">
        <pc:chgData name="YOU NGR" userId="bc4f4f4be2843939" providerId="LiveId" clId="{A780A3DF-D465-4302-AB04-7FDC451121A8}" dt="2026-10-12T18:30:45.095" v="1325" actId="5793"/>
        <pc:sldMkLst>
          <pc:docMk/>
          <pc:sldMk cId="0" sldId="273"/>
        </pc:sldMkLst>
        <pc:spChg chg="add mod">
          <ac:chgData name="YOU NGR" userId="bc4f4f4be2843939" providerId="LiveId" clId="{A780A3DF-D465-4302-AB04-7FDC451121A8}" dt="2026-10-11T15:29:16.524" v="620" actId="1076"/>
          <ac:spMkLst>
            <pc:docMk/>
            <pc:sldMk cId="0" sldId="273"/>
            <ac:spMk id="11" creationId="{A31871D4-C472-5CAF-2452-35B271E11BF0}"/>
          </ac:spMkLst>
        </pc:spChg>
        <pc:spChg chg="add mod">
          <ac:chgData name="YOU NGR" userId="bc4f4f4be2843939" providerId="LiveId" clId="{A780A3DF-D465-4302-AB04-7FDC451121A8}" dt="2026-10-12T18:29:36.978" v="1316" actId="12789"/>
          <ac:spMkLst>
            <pc:docMk/>
            <pc:sldMk cId="0" sldId="273"/>
            <ac:spMk id="14" creationId="{90A77311-0C08-6AC5-5FFD-3EE7F0B873D2}"/>
          </ac:spMkLst>
        </pc:spChg>
        <pc:spChg chg="add mod">
          <ac:chgData name="YOU NGR" userId="bc4f4f4be2843939" providerId="LiveId" clId="{A780A3DF-D465-4302-AB04-7FDC451121A8}" dt="2026-10-12T18:29:57.788" v="1322" actId="1036"/>
          <ac:spMkLst>
            <pc:docMk/>
            <pc:sldMk cId="0" sldId="273"/>
            <ac:spMk id="16" creationId="{5E4C86EA-21F9-7AD9-C772-074727CE69E7}"/>
          </ac:spMkLst>
        </pc:spChg>
        <pc:spChg chg="add mod">
          <ac:chgData name="YOU NGR" userId="bc4f4f4be2843939" providerId="LiveId" clId="{A780A3DF-D465-4302-AB04-7FDC451121A8}" dt="2026-10-12T18:29:36.978" v="1316" actId="12789"/>
          <ac:spMkLst>
            <pc:docMk/>
            <pc:sldMk cId="0" sldId="273"/>
            <ac:spMk id="18" creationId="{73E2E6A0-4667-B9B9-C8B0-B55E2C3743FD}"/>
          </ac:spMkLst>
        </pc:spChg>
        <pc:spChg chg="add mod">
          <ac:chgData name="YOU NGR" userId="bc4f4f4be2843939" providerId="LiveId" clId="{A780A3DF-D465-4302-AB04-7FDC451121A8}" dt="2026-10-12T18:30:45.095" v="1325" actId="5793"/>
          <ac:spMkLst>
            <pc:docMk/>
            <pc:sldMk cId="0" sldId="273"/>
            <ac:spMk id="20" creationId="{D7D9DD2B-94D5-9CE3-44F6-4F6CC2AD4DE9}"/>
          </ac:spMkLst>
        </pc:spChg>
      </pc:sldChg>
      <pc:sldChg chg="modSp mod modNotesTx">
        <pc:chgData name="YOU NGR" userId="bc4f4f4be2843939" providerId="LiveId" clId="{A780A3DF-D465-4302-AB04-7FDC451121A8}" dt="2026-10-12T18:40:17.488" v="1326" actId="20577"/>
        <pc:sldMkLst>
          <pc:docMk/>
          <pc:sldMk cId="0" sldId="279"/>
        </pc:sldMkLst>
        <pc:spChg chg="mod">
          <ac:chgData name="YOU NGR" userId="bc4f4f4be2843939" providerId="LiveId" clId="{A780A3DF-D465-4302-AB04-7FDC451121A8}" dt="2026-10-11T15:31:58.116" v="659" actId="1076"/>
          <ac:spMkLst>
            <pc:docMk/>
            <pc:sldMk cId="0" sldId="279"/>
            <ac:spMk id="12" creationId="{00000000-0000-0000-0000-000000000000}"/>
          </ac:spMkLst>
        </pc:spChg>
      </pc:sldChg>
      <pc:sldChg chg="modSp mod">
        <pc:chgData name="YOU NGR" userId="bc4f4f4be2843939" providerId="LiveId" clId="{A780A3DF-D465-4302-AB04-7FDC451121A8}" dt="2026-10-12T17:42:13.758" v="1301" actId="122"/>
        <pc:sldMkLst>
          <pc:docMk/>
          <pc:sldMk cId="0" sldId="280"/>
        </pc:sldMkLst>
        <pc:spChg chg="mod">
          <ac:chgData name="YOU NGR" userId="bc4f4f4be2843939" providerId="LiveId" clId="{A780A3DF-D465-4302-AB04-7FDC451121A8}" dt="2026-10-12T17:42:13.758" v="1301" actId="122"/>
          <ac:spMkLst>
            <pc:docMk/>
            <pc:sldMk cId="0" sldId="280"/>
            <ac:spMk id="11" creationId="{00000000-0000-0000-0000-000000000000}"/>
          </ac:spMkLst>
        </pc:spChg>
        <pc:spChg chg="mod">
          <ac:chgData name="YOU NGR" userId="bc4f4f4be2843939" providerId="LiveId" clId="{A780A3DF-D465-4302-AB04-7FDC451121A8}" dt="2026-10-12T17:41:55.832" v="1300" actId="20577"/>
          <ac:spMkLst>
            <pc:docMk/>
            <pc:sldMk cId="0" sldId="280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B6483-379B-48FE-B2CB-40DBDDC7799E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43557-EC91-418D-9CA1-94EC28E0B6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0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Bonjour à </a:t>
            </a:r>
            <a:r>
              <a:rPr lang="en-US" dirty="0" err="1"/>
              <a:t>tous</a:t>
            </a:r>
            <a:r>
              <a:rPr lang="en-US" dirty="0"/>
              <a:t>. </a:t>
            </a:r>
            <a:r>
              <a:rPr lang="en-US" err="1"/>
              <a:t>Ajourd’hui</a:t>
            </a:r>
            <a:r>
              <a:rPr lang="en-US"/>
              <a:t> je </a:t>
            </a:r>
            <a:r>
              <a:rPr lang="en-US" dirty="0" err="1"/>
              <a:t>vais</a:t>
            </a:r>
            <a:r>
              <a:rPr lang="en-US" dirty="0"/>
              <a:t> vous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err="1"/>
              <a:t>projet</a:t>
            </a:r>
            <a:r>
              <a:rPr lang="en-US"/>
              <a:t> de fin d'année :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plateforme</a:t>
            </a:r>
            <a:r>
              <a:rPr lang="en-US" dirty="0"/>
              <a:t> </a:t>
            </a:r>
            <a:r>
              <a:rPr lang="en-US" dirty="0" err="1"/>
              <a:t>centralisée</a:t>
            </a:r>
            <a:r>
              <a:rPr lang="en-US" dirty="0"/>
              <a:t> de supervision, de gestion des </a:t>
            </a:r>
            <a:r>
              <a:rPr lang="en-US" dirty="0" err="1"/>
              <a:t>identités</a:t>
            </a:r>
            <a:r>
              <a:rPr lang="en-US" dirty="0"/>
              <a:t> et de sécurité, </a:t>
            </a:r>
            <a:r>
              <a:rPr lang="en-US" dirty="0" err="1"/>
              <a:t>basée</a:t>
            </a:r>
            <a:r>
              <a:rPr lang="en-US" dirty="0"/>
              <a:t> sur Zabbix, </a:t>
            </a:r>
            <a:r>
              <a:rPr lang="en-US" dirty="0" err="1"/>
              <a:t>Wazuh</a:t>
            </a:r>
            <a:r>
              <a:rPr lang="en-US" dirty="0"/>
              <a:t> et LDAP. 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81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le plan. Je commence par le </a:t>
            </a:r>
            <a:r>
              <a:rPr lang="en-US" dirty="0" err="1"/>
              <a:t>contexte</a:t>
            </a:r>
            <a:r>
              <a:rPr lang="en-US" dirty="0"/>
              <a:t>, la </a:t>
            </a:r>
            <a:r>
              <a:rPr lang="en-US" dirty="0" err="1"/>
              <a:t>problématique</a:t>
            </a:r>
            <a:r>
              <a:rPr lang="en-US" dirty="0"/>
              <a:t> et les </a:t>
            </a:r>
            <a:r>
              <a:rPr lang="en-US" dirty="0" err="1"/>
              <a:t>objectifs</a:t>
            </a:r>
            <a:r>
              <a:rPr lang="en-US" dirty="0"/>
              <a:t>. Ensuite je </a:t>
            </a:r>
            <a:r>
              <a:rPr lang="en-US" dirty="0" err="1"/>
              <a:t>présente</a:t>
            </a:r>
            <a:r>
              <a:rPr lang="en-US" dirty="0"/>
              <a:t> </a:t>
            </a:r>
            <a:r>
              <a:rPr lang="en-US" dirty="0" err="1"/>
              <a:t>l'architecture</a:t>
            </a:r>
            <a:r>
              <a:rPr lang="en-US" dirty="0"/>
              <a:t> et la </a:t>
            </a:r>
            <a:r>
              <a:rPr lang="en-US" dirty="0" err="1"/>
              <a:t>répartition</a:t>
            </a:r>
            <a:r>
              <a:rPr lang="en-US" dirty="0"/>
              <a:t> des </a:t>
            </a:r>
            <a:r>
              <a:rPr lang="en-US" dirty="0" err="1"/>
              <a:t>rôles</a:t>
            </a:r>
            <a:r>
              <a:rPr lang="en-US" dirty="0"/>
              <a:t>. </a:t>
            </a:r>
            <a:r>
              <a:rPr lang="en-US" dirty="0" err="1"/>
              <a:t>Puis</a:t>
            </a:r>
            <a:r>
              <a:rPr lang="en-US" dirty="0"/>
              <a:t> je </a:t>
            </a:r>
            <a:r>
              <a:rPr lang="en-US" dirty="0" err="1"/>
              <a:t>détaille</a:t>
            </a:r>
            <a:r>
              <a:rPr lang="en-US" dirty="0"/>
              <a:t> les trois parties du </a:t>
            </a:r>
            <a:r>
              <a:rPr lang="en-US" dirty="0" err="1"/>
              <a:t>projet</a:t>
            </a:r>
            <a:r>
              <a:rPr lang="en-US" dirty="0"/>
              <a:t> : la gestion des </a:t>
            </a:r>
            <a:r>
              <a:rPr lang="en-US" dirty="0" err="1"/>
              <a:t>identités</a:t>
            </a:r>
            <a:r>
              <a:rPr lang="en-US" dirty="0"/>
              <a:t> avec LDAP, la supervision avec Zabbix, et la sécurité avec </a:t>
            </a:r>
            <a:r>
              <a:rPr lang="en-US" dirty="0" err="1"/>
              <a:t>Wazuh</a:t>
            </a:r>
            <a:r>
              <a:rPr lang="en-US" dirty="0"/>
              <a:t>. Je </a:t>
            </a:r>
            <a:r>
              <a:rPr lang="en-US" dirty="0" err="1"/>
              <a:t>termine</a:t>
            </a:r>
            <a:r>
              <a:rPr lang="en-US" dirty="0"/>
              <a:t> par les </a:t>
            </a:r>
            <a:r>
              <a:rPr lang="en-US" dirty="0" err="1"/>
              <a:t>résultats</a:t>
            </a:r>
            <a:r>
              <a:rPr lang="en-US" dirty="0"/>
              <a:t>, les </a:t>
            </a:r>
            <a:r>
              <a:rPr lang="en-US" dirty="0" err="1"/>
              <a:t>limites</a:t>
            </a:r>
            <a:r>
              <a:rPr lang="en-US" dirty="0"/>
              <a:t>, les perspectives et la conclusion.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510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Aujourd'hui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infrastructure </a:t>
            </a:r>
            <a:r>
              <a:rPr lang="en-US" dirty="0" err="1"/>
              <a:t>informatique</a:t>
            </a:r>
            <a:r>
              <a:rPr lang="en-US" dirty="0"/>
              <a:t> </a:t>
            </a:r>
            <a:r>
              <a:rPr lang="en-US" dirty="0" err="1"/>
              <a:t>contient</a:t>
            </a:r>
            <a:r>
              <a:rPr lang="en-US" dirty="0"/>
              <a:t> beaucoup de </a:t>
            </a:r>
            <a:r>
              <a:rPr lang="en-US" dirty="0" err="1"/>
              <a:t>serveurs</a:t>
            </a:r>
            <a:r>
              <a:rPr lang="en-US" dirty="0"/>
              <a:t>, de </a:t>
            </a:r>
            <a:r>
              <a:rPr lang="en-US" dirty="0" err="1"/>
              <a:t>postes</a:t>
            </a:r>
            <a:r>
              <a:rPr lang="en-US" dirty="0"/>
              <a:t> et de services. Les </a:t>
            </a:r>
            <a:r>
              <a:rPr lang="en-US" dirty="0" err="1"/>
              <a:t>entreprises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de trois choses : </a:t>
            </a:r>
            <a:r>
              <a:rPr lang="en-US" dirty="0" err="1"/>
              <a:t>gérer</a:t>
            </a:r>
            <a:r>
              <a:rPr lang="en-US" dirty="0"/>
              <a:t> les </a:t>
            </a:r>
            <a:r>
              <a:rPr lang="en-US" dirty="0" err="1"/>
              <a:t>utilisateurs</a:t>
            </a:r>
            <a:r>
              <a:rPr lang="en-US" dirty="0"/>
              <a:t> de façon </a:t>
            </a:r>
            <a:r>
              <a:rPr lang="en-US" dirty="0" err="1"/>
              <a:t>centralisée</a:t>
            </a:r>
            <a:r>
              <a:rPr lang="en-US" dirty="0"/>
              <a:t>, </a:t>
            </a:r>
            <a:r>
              <a:rPr lang="en-US" dirty="0" err="1"/>
              <a:t>surveiller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continu</a:t>
            </a:r>
            <a:r>
              <a:rPr lang="en-US" dirty="0"/>
              <a:t> les </a:t>
            </a:r>
            <a:r>
              <a:rPr lang="en-US" dirty="0" err="1"/>
              <a:t>systèmes</a:t>
            </a:r>
            <a:r>
              <a:rPr lang="en-US" dirty="0"/>
              <a:t>, et </a:t>
            </a:r>
            <a:r>
              <a:rPr lang="en-US" dirty="0" err="1"/>
              <a:t>détecter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 les incidents de sécurité. Le </a:t>
            </a:r>
            <a:r>
              <a:rPr lang="en-US" dirty="0" err="1"/>
              <a:t>problème</a:t>
            </a:r>
            <a:r>
              <a:rPr lang="en-US" dirty="0"/>
              <a:t>, </a:t>
            </a:r>
            <a:r>
              <a:rPr lang="en-US" dirty="0" err="1"/>
              <a:t>c'est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souvent</a:t>
            </a:r>
            <a:r>
              <a:rPr lang="en-US" dirty="0"/>
              <a:t> </a:t>
            </a:r>
            <a:r>
              <a:rPr lang="en-US" dirty="0" err="1"/>
              <a:t>séparées</a:t>
            </a:r>
            <a:r>
              <a:rPr lang="en-US" dirty="0"/>
              <a:t> dans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outils</a:t>
            </a:r>
            <a:r>
              <a:rPr lang="en-US" dirty="0"/>
              <a:t>. Cela </a:t>
            </a:r>
            <a:r>
              <a:rPr lang="en-US" dirty="0" err="1"/>
              <a:t>complique</a:t>
            </a:r>
            <a:r>
              <a:rPr lang="en-US" dirty="0"/>
              <a:t> </a:t>
            </a:r>
            <a:r>
              <a:rPr lang="en-US" dirty="0" err="1"/>
              <a:t>l'administration</a:t>
            </a:r>
            <a:r>
              <a:rPr lang="en-US" dirty="0"/>
              <a:t> et </a:t>
            </a:r>
            <a:r>
              <a:rPr lang="en-US" dirty="0" err="1"/>
              <a:t>augmente</a:t>
            </a:r>
            <a:r>
              <a:rPr lang="en-US" dirty="0"/>
              <a:t> les </a:t>
            </a:r>
            <a:r>
              <a:rPr lang="en-US" dirty="0" err="1"/>
              <a:t>risques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64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 question de </a:t>
            </a:r>
            <a:r>
              <a:rPr lang="en-US" dirty="0" err="1"/>
              <a:t>départ</a:t>
            </a:r>
            <a:r>
              <a:rPr lang="en-US" dirty="0"/>
              <a:t> est </a:t>
            </a:r>
            <a:r>
              <a:rPr lang="en-US" dirty="0" err="1"/>
              <a:t>donc</a:t>
            </a:r>
            <a:r>
              <a:rPr lang="en-US" dirty="0"/>
              <a:t> : comment </a:t>
            </a:r>
            <a:r>
              <a:rPr lang="en-US" dirty="0" err="1"/>
              <a:t>concevoir</a:t>
            </a:r>
            <a:r>
              <a:rPr lang="en-US" dirty="0"/>
              <a:t> et </a:t>
            </a:r>
            <a:r>
              <a:rPr lang="en-US" dirty="0" err="1"/>
              <a:t>déployer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plateforme</a:t>
            </a:r>
            <a:r>
              <a:rPr lang="en-US" dirty="0"/>
              <a:t> capable de </a:t>
            </a:r>
            <a:r>
              <a:rPr lang="en-US" dirty="0" err="1"/>
              <a:t>centraliser</a:t>
            </a:r>
            <a:r>
              <a:rPr lang="en-US" dirty="0"/>
              <a:t> les </a:t>
            </a:r>
            <a:r>
              <a:rPr lang="en-US" dirty="0" err="1"/>
              <a:t>identités</a:t>
            </a:r>
            <a:r>
              <a:rPr lang="en-US" dirty="0"/>
              <a:t> avec LDAP, de </a:t>
            </a:r>
            <a:r>
              <a:rPr lang="en-US" dirty="0" err="1"/>
              <a:t>superviser</a:t>
            </a:r>
            <a:r>
              <a:rPr lang="en-US" dirty="0"/>
              <a:t> les </a:t>
            </a:r>
            <a:r>
              <a:rPr lang="en-US" dirty="0" err="1"/>
              <a:t>ressources</a:t>
            </a:r>
            <a:r>
              <a:rPr lang="en-US" dirty="0"/>
              <a:t> et les services avec Zabbix, de </a:t>
            </a:r>
            <a:r>
              <a:rPr lang="en-US" dirty="0" err="1"/>
              <a:t>collecter</a:t>
            </a:r>
            <a:r>
              <a:rPr lang="en-US" dirty="0"/>
              <a:t> et </a:t>
            </a:r>
            <a:r>
              <a:rPr lang="en-US" dirty="0" err="1"/>
              <a:t>analyser</a:t>
            </a:r>
            <a:r>
              <a:rPr lang="en-US" dirty="0"/>
              <a:t> les </a:t>
            </a:r>
            <a:r>
              <a:rPr lang="en-US" dirty="0" err="1"/>
              <a:t>événements</a:t>
            </a:r>
            <a:r>
              <a:rPr lang="en-US" dirty="0"/>
              <a:t> de sécurité avec </a:t>
            </a:r>
            <a:r>
              <a:rPr lang="en-US" dirty="0" err="1"/>
              <a:t>Wazuh</a:t>
            </a:r>
            <a:r>
              <a:rPr lang="en-US" dirty="0"/>
              <a:t>, et de </a:t>
            </a:r>
            <a:r>
              <a:rPr lang="en-US" dirty="0" err="1"/>
              <a:t>générer</a:t>
            </a:r>
            <a:r>
              <a:rPr lang="en-US" dirty="0"/>
              <a:t> des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automatiques</a:t>
            </a:r>
            <a:r>
              <a:rPr lang="en-US" dirty="0"/>
              <a:t>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Donc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solution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proposée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architecture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intégrée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fondée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OpenLDAP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Zabbix et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Wazuh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orchestrée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un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environnement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virtualisé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24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L'objectif</a:t>
            </a:r>
            <a:r>
              <a:rPr lang="en-US" dirty="0"/>
              <a:t> </a:t>
            </a:r>
            <a:r>
              <a:rPr lang="en-US" dirty="0" err="1"/>
              <a:t>général</a:t>
            </a:r>
            <a:r>
              <a:rPr lang="en-US" dirty="0"/>
              <a:t> est de </a:t>
            </a:r>
            <a:r>
              <a:rPr lang="en-US" dirty="0" err="1"/>
              <a:t>mettre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œuvre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plateforme</a:t>
            </a:r>
            <a:r>
              <a:rPr lang="en-US" dirty="0"/>
              <a:t> dans un </a:t>
            </a:r>
            <a:r>
              <a:rPr lang="en-US" dirty="0" err="1"/>
              <a:t>environnement</a:t>
            </a:r>
            <a:r>
              <a:rPr lang="en-US" dirty="0"/>
              <a:t> </a:t>
            </a:r>
            <a:r>
              <a:rPr lang="en-US" dirty="0" err="1"/>
              <a:t>virtualisé</a:t>
            </a:r>
            <a:r>
              <a:rPr lang="en-US" dirty="0"/>
              <a:t>. Il se </a:t>
            </a:r>
            <a:r>
              <a:rPr lang="en-US" dirty="0" err="1"/>
              <a:t>décline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trois </a:t>
            </a:r>
            <a:r>
              <a:rPr lang="en-US" dirty="0" err="1"/>
              <a:t>objectifs</a:t>
            </a:r>
            <a:r>
              <a:rPr lang="en-US" dirty="0"/>
              <a:t>. Pour les </a:t>
            </a:r>
            <a:r>
              <a:rPr lang="en-US" dirty="0" err="1"/>
              <a:t>identités</a:t>
            </a:r>
            <a:r>
              <a:rPr lang="en-US" dirty="0"/>
              <a:t> : </a:t>
            </a:r>
            <a:r>
              <a:rPr lang="en-US" dirty="0" err="1"/>
              <a:t>déployer</a:t>
            </a:r>
            <a:r>
              <a:rPr lang="en-US" dirty="0"/>
              <a:t> </a:t>
            </a:r>
            <a:r>
              <a:rPr lang="en-US" dirty="0" err="1"/>
              <a:t>OpenLDAP</a:t>
            </a:r>
            <a:r>
              <a:rPr lang="en-US" dirty="0"/>
              <a:t> et </a:t>
            </a:r>
            <a:r>
              <a:rPr lang="en-US" dirty="0" err="1"/>
              <a:t>l'intégrer</a:t>
            </a:r>
            <a:r>
              <a:rPr lang="en-US" dirty="0"/>
              <a:t> aux clients Linux avec SSSD, PAM et NSS.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la supervision : </a:t>
            </a:r>
            <a:r>
              <a:rPr lang="en-US" dirty="0" err="1"/>
              <a:t>déployer</a:t>
            </a:r>
            <a:r>
              <a:rPr lang="en-US" dirty="0"/>
              <a:t> Zabbix pour </a:t>
            </a:r>
            <a:r>
              <a:rPr lang="en-US" dirty="0" err="1"/>
              <a:t>surveiller</a:t>
            </a:r>
            <a:r>
              <a:rPr lang="en-US" dirty="0"/>
              <a:t> le </a:t>
            </a:r>
            <a:r>
              <a:rPr lang="en-US" dirty="0" err="1"/>
              <a:t>processeur</a:t>
            </a:r>
            <a:r>
              <a:rPr lang="en-US" dirty="0"/>
              <a:t>, la </a:t>
            </a:r>
            <a:r>
              <a:rPr lang="en-US" dirty="0" err="1"/>
              <a:t>mémoire</a:t>
            </a:r>
            <a:r>
              <a:rPr lang="en-US" dirty="0"/>
              <a:t>, le </a:t>
            </a:r>
            <a:r>
              <a:rPr lang="en-US" dirty="0" err="1"/>
              <a:t>disque</a:t>
            </a:r>
            <a:r>
              <a:rPr lang="en-US" dirty="0"/>
              <a:t>, le réseau et les services, avec SNMP et des </a:t>
            </a:r>
            <a:r>
              <a:rPr lang="en-US" dirty="0" err="1"/>
              <a:t>alertes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la sécurité : </a:t>
            </a:r>
            <a:r>
              <a:rPr lang="en-US" dirty="0" err="1"/>
              <a:t>déployer</a:t>
            </a:r>
            <a:r>
              <a:rPr lang="en-US" dirty="0"/>
              <a:t> </a:t>
            </a:r>
            <a:r>
              <a:rPr lang="en-US" dirty="0" err="1"/>
              <a:t>Wazuh</a:t>
            </a:r>
            <a:r>
              <a:rPr lang="en-US" dirty="0"/>
              <a:t> pour </a:t>
            </a:r>
            <a:r>
              <a:rPr lang="en-US" dirty="0" err="1"/>
              <a:t>collecter</a:t>
            </a:r>
            <a:r>
              <a:rPr lang="en-US" dirty="0"/>
              <a:t> les logs, </a:t>
            </a:r>
            <a:r>
              <a:rPr lang="en-US" dirty="0" err="1"/>
              <a:t>surveiller</a:t>
            </a:r>
            <a:r>
              <a:rPr lang="en-US" dirty="0"/>
              <a:t> </a:t>
            </a:r>
            <a:r>
              <a:rPr lang="en-US" dirty="0" err="1"/>
              <a:t>l'intégrité</a:t>
            </a:r>
            <a:r>
              <a:rPr lang="en-US" dirty="0"/>
              <a:t> des </a:t>
            </a:r>
            <a:r>
              <a:rPr lang="en-US" dirty="0" err="1"/>
              <a:t>fichiers</a:t>
            </a:r>
            <a:r>
              <a:rPr lang="en-US" dirty="0"/>
              <a:t>, </a:t>
            </a:r>
            <a:r>
              <a:rPr lang="en-US" dirty="0" err="1"/>
              <a:t>créer</a:t>
            </a:r>
            <a:r>
              <a:rPr lang="en-US" dirty="0"/>
              <a:t> des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personnalisées</a:t>
            </a:r>
            <a:r>
              <a:rPr lang="en-US" dirty="0"/>
              <a:t> et </a:t>
            </a:r>
            <a:r>
              <a:rPr lang="en-US" dirty="0" err="1"/>
              <a:t>envoyer</a:t>
            </a:r>
            <a:r>
              <a:rPr lang="en-US" dirty="0"/>
              <a:t> des notifications.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960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</a:t>
            </a:r>
            <a:r>
              <a:rPr lang="en-US" dirty="0" err="1"/>
              <a:t>l'architecture</a:t>
            </a:r>
            <a:r>
              <a:rPr lang="en-US" dirty="0"/>
              <a:t> finale. Il y a trois </a:t>
            </a:r>
            <a:r>
              <a:rPr lang="en-US" dirty="0" err="1"/>
              <a:t>serveurs</a:t>
            </a:r>
            <a:r>
              <a:rPr lang="en-US" dirty="0"/>
              <a:t> </a:t>
            </a:r>
            <a:r>
              <a:rPr lang="en-US" dirty="0" err="1"/>
              <a:t>principaux</a:t>
            </a:r>
            <a:r>
              <a:rPr lang="en-US" dirty="0"/>
              <a:t>. Le </a:t>
            </a:r>
            <a:r>
              <a:rPr lang="en-US" dirty="0" err="1"/>
              <a:t>serveur</a:t>
            </a:r>
            <a:r>
              <a:rPr lang="en-US" dirty="0"/>
              <a:t> LDAP sous Rocky Linux </a:t>
            </a:r>
            <a:r>
              <a:rPr lang="en-US" dirty="0" err="1"/>
              <a:t>héberge</a:t>
            </a:r>
            <a:r>
              <a:rPr lang="en-US" dirty="0"/>
              <a:t> </a:t>
            </a:r>
            <a:r>
              <a:rPr lang="en-US" dirty="0" err="1"/>
              <a:t>OpenLDAP</a:t>
            </a:r>
            <a:r>
              <a:rPr lang="en-US" dirty="0"/>
              <a:t>. Le </a:t>
            </a:r>
            <a:r>
              <a:rPr lang="en-US" dirty="0" err="1"/>
              <a:t>serveur</a:t>
            </a:r>
            <a:r>
              <a:rPr lang="en-US" dirty="0"/>
              <a:t> Zabbix sous Ubuntu </a:t>
            </a:r>
            <a:r>
              <a:rPr lang="en-US" dirty="0" err="1"/>
              <a:t>contient</a:t>
            </a:r>
            <a:r>
              <a:rPr lang="en-US" dirty="0"/>
              <a:t> Zabbix Server, la base MariaDB et </a:t>
            </a:r>
            <a:r>
              <a:rPr lang="en-US" dirty="0" err="1"/>
              <a:t>l'interface</a:t>
            </a:r>
            <a:r>
              <a:rPr lang="en-US" dirty="0"/>
              <a:t> web. Le </a:t>
            </a:r>
            <a:r>
              <a:rPr lang="en-US" dirty="0" err="1"/>
              <a:t>serveur</a:t>
            </a:r>
            <a:r>
              <a:rPr lang="en-US" dirty="0"/>
              <a:t> </a:t>
            </a:r>
            <a:r>
              <a:rPr lang="en-US" dirty="0" err="1"/>
              <a:t>Wazuh</a:t>
            </a:r>
            <a:r>
              <a:rPr lang="en-US" dirty="0"/>
              <a:t>, </a:t>
            </a:r>
            <a:r>
              <a:rPr lang="en-US" dirty="0" err="1"/>
              <a:t>aussi</a:t>
            </a:r>
            <a:r>
              <a:rPr lang="en-US" dirty="0"/>
              <a:t> sous Ubuntu, </a:t>
            </a:r>
            <a:r>
              <a:rPr lang="en-US" dirty="0" err="1"/>
              <a:t>contient</a:t>
            </a:r>
            <a:r>
              <a:rPr lang="en-US" dirty="0"/>
              <a:t> le Manager, </a:t>
            </a:r>
            <a:r>
              <a:rPr lang="en-US" dirty="0" err="1"/>
              <a:t>l'Indexer</a:t>
            </a:r>
            <a:r>
              <a:rPr lang="en-US" dirty="0"/>
              <a:t>, le Dashboard et Postfix pour les e-mails. </a:t>
            </a:r>
            <a:r>
              <a:rPr lang="en-US" dirty="0" err="1"/>
              <a:t>Autour</a:t>
            </a:r>
            <a:r>
              <a:rPr lang="en-US" dirty="0"/>
              <a:t>, il y a des machines </a:t>
            </a:r>
            <a:r>
              <a:rPr lang="en-US" dirty="0" err="1"/>
              <a:t>clientes</a:t>
            </a:r>
            <a:r>
              <a:rPr lang="en-US" dirty="0"/>
              <a:t> : un client Linux Ubuntu, un CentOS et </a:t>
            </a:r>
            <a:r>
              <a:rPr lang="en-US" dirty="0" err="1"/>
              <a:t>une</a:t>
            </a:r>
            <a:r>
              <a:rPr lang="en-US" dirty="0"/>
              <a:t> machine Windows 10. </a:t>
            </a:r>
            <a:r>
              <a:rPr lang="en-US" dirty="0" err="1"/>
              <a:t>Chaque</a:t>
            </a:r>
            <a:r>
              <a:rPr lang="en-US" dirty="0"/>
              <a:t> machine a un agent Zabbix et un agent </a:t>
            </a:r>
            <a:r>
              <a:rPr lang="en-US" dirty="0" err="1"/>
              <a:t>Wazuh</a:t>
            </a:r>
            <a:r>
              <a:rPr lang="en-US" dirty="0"/>
              <a:t>. En résumé : LDAP </a:t>
            </a:r>
            <a:r>
              <a:rPr lang="en-US" dirty="0" err="1"/>
              <a:t>identifie</a:t>
            </a:r>
            <a:r>
              <a:rPr lang="en-US" dirty="0"/>
              <a:t>, Zabbix supervise, </a:t>
            </a:r>
            <a:r>
              <a:rPr lang="en-US" dirty="0" err="1"/>
              <a:t>Wazuh</a:t>
            </a:r>
            <a:r>
              <a:rPr lang="en-US" dirty="0"/>
              <a:t> </a:t>
            </a:r>
            <a:r>
              <a:rPr lang="en-US" dirty="0" err="1"/>
              <a:t>sécurise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21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outil</a:t>
            </a:r>
            <a:r>
              <a:rPr lang="en-US" dirty="0"/>
              <a:t> a un </a:t>
            </a:r>
            <a:r>
              <a:rPr lang="en-US" dirty="0" err="1"/>
              <a:t>rôle</a:t>
            </a:r>
            <a:r>
              <a:rPr lang="en-US" dirty="0"/>
              <a:t> précis. LDAP est </a:t>
            </a:r>
            <a:r>
              <a:rPr lang="en-US" dirty="0" err="1"/>
              <a:t>l'annuaire</a:t>
            </a:r>
            <a:r>
              <a:rPr lang="en-US" dirty="0"/>
              <a:t> </a:t>
            </a:r>
            <a:r>
              <a:rPr lang="en-US" dirty="0" err="1"/>
              <a:t>centralisé</a:t>
            </a:r>
            <a:r>
              <a:rPr lang="en-US" dirty="0"/>
              <a:t> : il </a:t>
            </a:r>
            <a:r>
              <a:rPr lang="en-US" dirty="0" err="1"/>
              <a:t>gère</a:t>
            </a:r>
            <a:r>
              <a:rPr lang="en-US" dirty="0"/>
              <a:t> les </a:t>
            </a:r>
            <a:r>
              <a:rPr lang="en-US" dirty="0" err="1"/>
              <a:t>utilisateurs</a:t>
            </a:r>
            <a:r>
              <a:rPr lang="en-US" dirty="0"/>
              <a:t>, les </a:t>
            </a:r>
            <a:r>
              <a:rPr lang="en-US" dirty="0" err="1"/>
              <a:t>groupes</a:t>
            </a:r>
            <a:r>
              <a:rPr lang="en-US" dirty="0"/>
              <a:t> et </a:t>
            </a:r>
            <a:r>
              <a:rPr lang="en-US" dirty="0" err="1"/>
              <a:t>l'authentification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Zabbix </a:t>
            </a:r>
            <a:r>
              <a:rPr lang="en-US" dirty="0" err="1"/>
              <a:t>s'occupe</a:t>
            </a:r>
            <a:r>
              <a:rPr lang="en-US" dirty="0"/>
              <a:t> de la supervision de </a:t>
            </a:r>
            <a:r>
              <a:rPr lang="en-US" dirty="0" err="1"/>
              <a:t>l'infrastructure</a:t>
            </a:r>
            <a:r>
              <a:rPr lang="en-US" dirty="0"/>
              <a:t>, des services, du SNMP et des </a:t>
            </a:r>
            <a:r>
              <a:rPr lang="en-US" dirty="0" err="1"/>
              <a:t>alertes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Wazuh</a:t>
            </a:r>
            <a:r>
              <a:rPr lang="en-US" dirty="0"/>
              <a:t> </a:t>
            </a:r>
            <a:r>
              <a:rPr lang="en-US" dirty="0" err="1"/>
              <a:t>collecte</a:t>
            </a:r>
            <a:r>
              <a:rPr lang="en-US" dirty="0"/>
              <a:t> les </a:t>
            </a:r>
            <a:r>
              <a:rPr lang="en-US" dirty="0" err="1"/>
              <a:t>journaux</a:t>
            </a:r>
            <a:r>
              <a:rPr lang="en-US" dirty="0"/>
              <a:t>, surveille </a:t>
            </a:r>
            <a:r>
              <a:rPr lang="en-US" dirty="0" err="1"/>
              <a:t>l'intégrité</a:t>
            </a:r>
            <a:r>
              <a:rPr lang="en-US" dirty="0"/>
              <a:t> des </a:t>
            </a:r>
            <a:r>
              <a:rPr lang="en-US" dirty="0" err="1"/>
              <a:t>fichiers</a:t>
            </a:r>
            <a:r>
              <a:rPr lang="en-US" dirty="0"/>
              <a:t> et </a:t>
            </a:r>
            <a:r>
              <a:rPr lang="en-US" dirty="0" err="1"/>
              <a:t>détecte</a:t>
            </a:r>
            <a:r>
              <a:rPr lang="en-US" dirty="0"/>
              <a:t> les </a:t>
            </a:r>
            <a:r>
              <a:rPr lang="en-US" dirty="0" err="1"/>
              <a:t>événements</a:t>
            </a:r>
            <a:r>
              <a:rPr lang="en-US" dirty="0"/>
              <a:t> de sécurité.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Cette </a:t>
            </a:r>
            <a:r>
              <a:rPr lang="en-US" dirty="0" err="1"/>
              <a:t>séparation</a:t>
            </a:r>
            <a:r>
              <a:rPr lang="en-US" dirty="0"/>
              <a:t> des </a:t>
            </a:r>
            <a:r>
              <a:rPr lang="en-US" dirty="0" err="1"/>
              <a:t>responsabilités</a:t>
            </a:r>
            <a:r>
              <a:rPr lang="en-US" dirty="0"/>
              <a:t> rend la </a:t>
            </a:r>
            <a:r>
              <a:rPr lang="en-US" dirty="0" err="1"/>
              <a:t>plateforme</a:t>
            </a:r>
            <a:r>
              <a:rPr lang="en-US" dirty="0"/>
              <a:t> plus simple à faire </a:t>
            </a:r>
            <a:r>
              <a:rPr lang="en-US" dirty="0" err="1"/>
              <a:t>évoluer</a:t>
            </a:r>
            <a:r>
              <a:rPr lang="en-US" dirty="0"/>
              <a:t> et à </a:t>
            </a:r>
            <a:r>
              <a:rPr lang="en-US" dirty="0" err="1"/>
              <a:t>maintenir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2C2926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67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Commençons</a:t>
            </a:r>
            <a:r>
              <a:rPr lang="en-US" dirty="0"/>
              <a:t> par les </a:t>
            </a:r>
            <a:r>
              <a:rPr lang="en-US" dirty="0" err="1"/>
              <a:t>identités</a:t>
            </a:r>
            <a:r>
              <a:rPr lang="en-US" dirty="0"/>
              <a:t>. </a:t>
            </a:r>
            <a:r>
              <a:rPr lang="en-US" dirty="0" err="1"/>
              <a:t>OpenLDAP</a:t>
            </a:r>
            <a:r>
              <a:rPr lang="en-US" dirty="0"/>
              <a:t> </a:t>
            </a:r>
            <a:r>
              <a:rPr lang="en-US" dirty="0" err="1"/>
              <a:t>stocke</a:t>
            </a:r>
            <a:r>
              <a:rPr lang="en-US" dirty="0"/>
              <a:t> les </a:t>
            </a:r>
            <a:r>
              <a:rPr lang="en-US" dirty="0" err="1"/>
              <a:t>utilisateurs</a:t>
            </a:r>
            <a:r>
              <a:rPr lang="en-US" dirty="0"/>
              <a:t>, les </a:t>
            </a:r>
            <a:r>
              <a:rPr lang="en-US" dirty="0" err="1"/>
              <a:t>groupes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</a:t>
            </a:r>
            <a:r>
              <a:rPr lang="en-US" dirty="0" err="1"/>
              <a:t>attributs</a:t>
            </a:r>
            <a:r>
              <a:rPr lang="en-US" dirty="0"/>
              <a:t>. Pour </a:t>
            </a:r>
            <a:r>
              <a:rPr lang="en-US" dirty="0" err="1"/>
              <a:t>que</a:t>
            </a:r>
            <a:r>
              <a:rPr lang="en-US" dirty="0"/>
              <a:t> le client Linux </a:t>
            </a:r>
            <a:r>
              <a:rPr lang="en-US" dirty="0" err="1"/>
              <a:t>utilise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</a:t>
            </a:r>
            <a:r>
              <a:rPr lang="en-US" dirty="0" err="1"/>
              <a:t>annuaire</a:t>
            </a:r>
            <a:r>
              <a:rPr lang="en-US" dirty="0"/>
              <a:t>, </a:t>
            </a:r>
            <a:r>
              <a:rPr lang="en-US" dirty="0" err="1"/>
              <a:t>j'utilise</a:t>
            </a:r>
            <a:r>
              <a:rPr lang="en-US" dirty="0"/>
              <a:t> trois </a:t>
            </a:r>
            <a:r>
              <a:rPr lang="en-US" dirty="0" err="1"/>
              <a:t>composants</a:t>
            </a:r>
            <a:r>
              <a:rPr lang="en-US" dirty="0"/>
              <a:t> : SSSD, qui assure la communication </a:t>
            </a:r>
            <a:r>
              <a:rPr lang="en-US" dirty="0" err="1"/>
              <a:t>sécurisée</a:t>
            </a:r>
            <a:r>
              <a:rPr lang="en-US" dirty="0"/>
              <a:t> avec le </a:t>
            </a:r>
            <a:r>
              <a:rPr lang="en-US" dirty="0" err="1"/>
              <a:t>serveur</a:t>
            </a:r>
            <a:r>
              <a:rPr lang="en-US" dirty="0"/>
              <a:t> LDAP ; NSS, qui </a:t>
            </a:r>
            <a:r>
              <a:rPr lang="en-US" dirty="0" err="1"/>
              <a:t>permet</a:t>
            </a:r>
            <a:r>
              <a:rPr lang="en-US" dirty="0"/>
              <a:t> au </a:t>
            </a:r>
            <a:r>
              <a:rPr lang="en-US" dirty="0" err="1"/>
              <a:t>système</a:t>
            </a:r>
            <a:r>
              <a:rPr lang="en-US" dirty="0"/>
              <a:t> de </a:t>
            </a:r>
            <a:r>
              <a:rPr lang="en-US" dirty="0" err="1"/>
              <a:t>retrouver</a:t>
            </a:r>
            <a:r>
              <a:rPr lang="en-US" dirty="0"/>
              <a:t> les </a:t>
            </a:r>
            <a:r>
              <a:rPr lang="en-US" dirty="0" err="1"/>
              <a:t>comptes</a:t>
            </a:r>
            <a:r>
              <a:rPr lang="en-US" dirty="0"/>
              <a:t> et les </a:t>
            </a:r>
            <a:r>
              <a:rPr lang="en-US" dirty="0" err="1"/>
              <a:t>groupes</a:t>
            </a:r>
            <a:r>
              <a:rPr lang="en-US" dirty="0"/>
              <a:t> ; et PAM, qui </a:t>
            </a:r>
            <a:r>
              <a:rPr lang="en-US" dirty="0" err="1"/>
              <a:t>gère</a:t>
            </a:r>
            <a:r>
              <a:rPr lang="en-US" dirty="0"/>
              <a:t> </a:t>
            </a:r>
            <a:r>
              <a:rPr lang="en-US" dirty="0" err="1"/>
              <a:t>l'authentification</a:t>
            </a:r>
            <a:r>
              <a:rPr lang="en-US" dirty="0"/>
              <a:t> et la </a:t>
            </a:r>
            <a:r>
              <a:rPr lang="en-US" dirty="0" err="1"/>
              <a:t>création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du </a:t>
            </a:r>
            <a:r>
              <a:rPr lang="en-US" dirty="0" err="1"/>
              <a:t>répertoire</a:t>
            </a:r>
            <a:r>
              <a:rPr lang="en-US" dirty="0"/>
              <a:t> personnel à la première </a:t>
            </a:r>
            <a:r>
              <a:rPr lang="en-US" dirty="0" err="1"/>
              <a:t>connexion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20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dirty="0"/>
              <a:t> comment </a:t>
            </a:r>
            <a:r>
              <a:rPr lang="en-US" dirty="0" err="1"/>
              <a:t>l'annuaire</a:t>
            </a:r>
            <a:r>
              <a:rPr lang="en-US" dirty="0"/>
              <a:t> est </a:t>
            </a:r>
            <a:r>
              <a:rPr lang="en-US" dirty="0" err="1"/>
              <a:t>organisé</a:t>
            </a:r>
            <a:r>
              <a:rPr lang="en-US" dirty="0"/>
              <a:t>. La </a:t>
            </a:r>
            <a:r>
              <a:rPr lang="en-US" dirty="0" err="1"/>
              <a:t>racine</a:t>
            </a:r>
            <a:r>
              <a:rPr lang="en-US" dirty="0"/>
              <a:t> est dc=</a:t>
            </a:r>
            <a:r>
              <a:rPr lang="en-US" dirty="0" err="1"/>
              <a:t>cyberlab,dc</a:t>
            </a:r>
            <a:r>
              <a:rPr lang="en-US" dirty="0"/>
              <a:t>=local. En dessous, il y a deux </a:t>
            </a:r>
            <a:r>
              <a:rPr lang="en-US" dirty="0" err="1"/>
              <a:t>unités</a:t>
            </a:r>
            <a:r>
              <a:rPr lang="en-US" dirty="0"/>
              <a:t> </a:t>
            </a:r>
            <a:r>
              <a:rPr lang="en-US" dirty="0" err="1"/>
              <a:t>organisationnelles</a:t>
            </a:r>
            <a:r>
              <a:rPr lang="en-US" dirty="0"/>
              <a:t> : </a:t>
            </a:r>
            <a:r>
              <a:rPr lang="en-US" dirty="0" err="1"/>
              <a:t>ou</a:t>
            </a:r>
            <a:r>
              <a:rPr lang="en-US" dirty="0"/>
              <a:t>=users pour les </a:t>
            </a:r>
            <a:r>
              <a:rPr lang="en-US" dirty="0" err="1"/>
              <a:t>utilisateurs</a:t>
            </a:r>
            <a:r>
              <a:rPr lang="en-US" dirty="0"/>
              <a:t>, avec par </a:t>
            </a:r>
            <a:r>
              <a:rPr lang="en-US" dirty="0" err="1"/>
              <a:t>exemple</a:t>
            </a:r>
            <a:r>
              <a:rPr lang="en-US" dirty="0"/>
              <a:t> le compte rocky, et </a:t>
            </a:r>
            <a:r>
              <a:rPr lang="en-US" dirty="0" err="1"/>
              <a:t>ou</a:t>
            </a:r>
            <a:r>
              <a:rPr lang="en-US" dirty="0"/>
              <a:t>=groups pour les </a:t>
            </a:r>
            <a:r>
              <a:rPr lang="en-US" dirty="0" err="1"/>
              <a:t>groupes</a:t>
            </a:r>
            <a:r>
              <a:rPr lang="en-US" dirty="0"/>
              <a:t>, </a:t>
            </a:r>
            <a:r>
              <a:rPr lang="en-US" dirty="0" err="1"/>
              <a:t>comme</a:t>
            </a:r>
            <a:r>
              <a:rPr lang="en-US" dirty="0"/>
              <a:t> users, admins, developers et auditors.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utilisateur</a:t>
            </a:r>
            <a:r>
              <a:rPr lang="en-US" dirty="0"/>
              <a:t> </a:t>
            </a:r>
            <a:r>
              <a:rPr lang="en-US" dirty="0" err="1"/>
              <a:t>possède</a:t>
            </a:r>
            <a:r>
              <a:rPr lang="en-US" dirty="0"/>
              <a:t> des </a:t>
            </a:r>
            <a:r>
              <a:rPr lang="en-US" dirty="0" err="1"/>
              <a:t>attributs</a:t>
            </a:r>
            <a:r>
              <a:rPr lang="en-US" dirty="0"/>
              <a:t> : </a:t>
            </a:r>
            <a:r>
              <a:rPr lang="en-US" dirty="0" err="1"/>
              <a:t>uid</a:t>
            </a:r>
            <a:r>
              <a:rPr lang="en-US" dirty="0"/>
              <a:t>, </a:t>
            </a:r>
            <a:r>
              <a:rPr lang="en-US" dirty="0" err="1"/>
              <a:t>uidNumber</a:t>
            </a:r>
            <a:r>
              <a:rPr lang="en-US" dirty="0"/>
              <a:t>, </a:t>
            </a:r>
            <a:r>
              <a:rPr lang="en-US" dirty="0" err="1"/>
              <a:t>gidNumber</a:t>
            </a:r>
            <a:r>
              <a:rPr lang="en-US" dirty="0"/>
              <a:t>, </a:t>
            </a:r>
            <a:r>
              <a:rPr lang="en-US" dirty="0" err="1"/>
              <a:t>répertoire</a:t>
            </a:r>
            <a:r>
              <a:rPr lang="en-US" dirty="0"/>
              <a:t> personnel et shell. Cette capture de la </a:t>
            </a:r>
            <a:r>
              <a:rPr lang="en-US" dirty="0" err="1"/>
              <a:t>commande</a:t>
            </a:r>
            <a:r>
              <a:rPr lang="en-US" dirty="0"/>
              <a:t> </a:t>
            </a:r>
            <a:r>
              <a:rPr lang="en-US" dirty="0" err="1"/>
              <a:t>ldapsearch</a:t>
            </a:r>
            <a:r>
              <a:rPr lang="en-US" dirty="0"/>
              <a:t> montre les entrées </a:t>
            </a:r>
            <a:r>
              <a:rPr lang="en-US" dirty="0" err="1"/>
              <a:t>réellement</a:t>
            </a:r>
            <a:r>
              <a:rPr lang="en-US" dirty="0"/>
              <a:t> </a:t>
            </a:r>
            <a:r>
              <a:rPr lang="en-US" dirty="0" err="1"/>
              <a:t>créées</a:t>
            </a:r>
            <a:r>
              <a:rPr lang="en-US" dirty="0"/>
              <a:t> dans </a:t>
            </a:r>
            <a:r>
              <a:rPr lang="en-US" dirty="0" err="1"/>
              <a:t>l'annuaire</a:t>
            </a:r>
            <a:r>
              <a:rPr lang="en-US" dirty="0"/>
              <a:t>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531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se passe </a:t>
            </a:r>
            <a:r>
              <a:rPr lang="en-US" dirty="0" err="1"/>
              <a:t>quand</a:t>
            </a:r>
            <a:r>
              <a:rPr lang="en-US" dirty="0"/>
              <a:t> un </a:t>
            </a:r>
            <a:r>
              <a:rPr lang="en-US" dirty="0" err="1"/>
              <a:t>utilisateur</a:t>
            </a:r>
            <a:r>
              <a:rPr lang="en-US" dirty="0"/>
              <a:t> LDAP se </a:t>
            </a:r>
            <a:r>
              <a:rPr lang="en-US" dirty="0" err="1"/>
              <a:t>connecte</a:t>
            </a:r>
            <a:r>
              <a:rPr lang="en-US" dirty="0"/>
              <a:t> sur le client Linux. </a:t>
            </a:r>
            <a:r>
              <a:rPr lang="en-US" dirty="0" err="1"/>
              <a:t>L'utilisateur</a:t>
            </a:r>
            <a:r>
              <a:rPr lang="en-US" dirty="0"/>
              <a:t> </a:t>
            </a:r>
            <a:r>
              <a:rPr lang="en-US" dirty="0" err="1"/>
              <a:t>saisit</a:t>
            </a:r>
            <a:r>
              <a:rPr lang="en-US" dirty="0"/>
              <a:t> son </a:t>
            </a:r>
            <a:r>
              <a:rPr lang="en-US" dirty="0" err="1"/>
              <a:t>identifiant</a:t>
            </a:r>
            <a:r>
              <a:rPr lang="en-US" dirty="0"/>
              <a:t>. Le client </a:t>
            </a:r>
            <a:r>
              <a:rPr lang="en-US" dirty="0" err="1"/>
              <a:t>transmet</a:t>
            </a:r>
            <a:r>
              <a:rPr lang="en-US" dirty="0"/>
              <a:t> la </a:t>
            </a:r>
            <a:r>
              <a:rPr lang="en-US" dirty="0" err="1"/>
              <a:t>demande</a:t>
            </a:r>
            <a:r>
              <a:rPr lang="en-US" dirty="0"/>
              <a:t> à PAM. PAM </a:t>
            </a:r>
            <a:r>
              <a:rPr lang="en-US" dirty="0" err="1"/>
              <a:t>s'appuie</a:t>
            </a:r>
            <a:r>
              <a:rPr lang="en-US" dirty="0"/>
              <a:t> sur SSSD, et SSSD </a:t>
            </a:r>
            <a:r>
              <a:rPr lang="en-US" dirty="0" err="1"/>
              <a:t>interroge</a:t>
            </a:r>
            <a:r>
              <a:rPr lang="en-US" dirty="0"/>
              <a:t> le </a:t>
            </a:r>
            <a:r>
              <a:rPr lang="en-US" dirty="0" err="1"/>
              <a:t>serveur</a:t>
            </a:r>
            <a:r>
              <a:rPr lang="en-US" dirty="0"/>
              <a:t> </a:t>
            </a:r>
            <a:r>
              <a:rPr lang="en-US" dirty="0" err="1"/>
              <a:t>OpenLDAP</a:t>
            </a:r>
            <a:r>
              <a:rPr lang="en-US" dirty="0"/>
              <a:t>. </a:t>
            </a:r>
            <a:r>
              <a:rPr lang="en-US" dirty="0" err="1"/>
              <a:t>OpenLDAP</a:t>
            </a:r>
            <a:r>
              <a:rPr lang="en-US" dirty="0"/>
              <a:t> </a:t>
            </a:r>
            <a:r>
              <a:rPr lang="en-US" dirty="0" err="1"/>
              <a:t>valide</a:t>
            </a:r>
            <a:r>
              <a:rPr lang="en-US" dirty="0"/>
              <a:t> les </a:t>
            </a:r>
            <a:r>
              <a:rPr lang="en-US" dirty="0" err="1"/>
              <a:t>informations</a:t>
            </a:r>
            <a:r>
              <a:rPr lang="en-US" dirty="0"/>
              <a:t>. Si </a:t>
            </a:r>
            <a:r>
              <a:rPr lang="en-US" dirty="0" err="1"/>
              <a:t>c'est</a:t>
            </a:r>
            <a:r>
              <a:rPr lang="en-US" dirty="0"/>
              <a:t> correct, la session de </a:t>
            </a:r>
            <a:r>
              <a:rPr lang="en-US" dirty="0" err="1"/>
              <a:t>l'utilisateur</a:t>
            </a:r>
            <a:r>
              <a:rPr lang="en-US" dirty="0"/>
              <a:t> est ouverte.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Cette capture montre le test sur le client Ubuntu. La </a:t>
            </a:r>
            <a:r>
              <a:rPr lang="en-US" dirty="0" err="1"/>
              <a:t>commande</a:t>
            </a:r>
            <a:r>
              <a:rPr lang="en-US" dirty="0"/>
              <a:t> </a:t>
            </a:r>
            <a:r>
              <a:rPr lang="en-US" dirty="0" err="1"/>
              <a:t>getent</a:t>
            </a:r>
            <a:r>
              <a:rPr lang="en-US" dirty="0"/>
              <a:t> passwd </a:t>
            </a:r>
            <a:r>
              <a:rPr lang="en-US" dirty="0" err="1"/>
              <a:t>retrouve</a:t>
            </a:r>
            <a:r>
              <a:rPr lang="en-US" dirty="0"/>
              <a:t> bien </a:t>
            </a:r>
            <a:r>
              <a:rPr lang="en-US" dirty="0" err="1"/>
              <a:t>l'utilisateur</a:t>
            </a:r>
            <a:r>
              <a:rPr lang="en-US" dirty="0"/>
              <a:t> rocky, qui </a:t>
            </a:r>
            <a:r>
              <a:rPr lang="en-US" dirty="0" err="1"/>
              <a:t>n'existe</a:t>
            </a:r>
            <a:r>
              <a:rPr lang="en-US" dirty="0"/>
              <a:t> pas </a:t>
            </a:r>
            <a:r>
              <a:rPr lang="en-US" dirty="0" err="1"/>
              <a:t>en</a:t>
            </a:r>
            <a:r>
              <a:rPr lang="en-US" dirty="0"/>
              <a:t> local </a:t>
            </a:r>
            <a:r>
              <a:rPr lang="en-US" dirty="0" err="1"/>
              <a:t>mais</a:t>
            </a:r>
            <a:r>
              <a:rPr lang="en-US" dirty="0"/>
              <a:t> dans LDAP. La </a:t>
            </a:r>
            <a:r>
              <a:rPr lang="en-US" dirty="0" err="1"/>
              <a:t>commande</a:t>
            </a:r>
            <a:r>
              <a:rPr lang="en-US" dirty="0"/>
              <a:t> id </a:t>
            </a:r>
            <a:r>
              <a:rPr lang="en-US" dirty="0" err="1"/>
              <a:t>confirme</a:t>
            </a:r>
            <a:r>
              <a:rPr lang="en-US" dirty="0"/>
              <a:t> son </a:t>
            </a:r>
            <a:r>
              <a:rPr lang="en-US" dirty="0" err="1"/>
              <a:t>identifiant</a:t>
            </a:r>
            <a:r>
              <a:rPr lang="en-US" dirty="0"/>
              <a:t> et son </a:t>
            </a:r>
            <a:r>
              <a:rPr lang="en-US" dirty="0" err="1"/>
              <a:t>groupe</a:t>
            </a:r>
            <a:r>
              <a:rPr lang="en-US" dirty="0"/>
              <a:t>. Avec </a:t>
            </a:r>
            <a:r>
              <a:rPr lang="en-US" dirty="0" err="1"/>
              <a:t>su</a:t>
            </a:r>
            <a:r>
              <a:rPr lang="en-US" dirty="0"/>
              <a:t>, je me </a:t>
            </a:r>
            <a:r>
              <a:rPr lang="en-US" dirty="0" err="1"/>
              <a:t>connecte</a:t>
            </a:r>
            <a:r>
              <a:rPr lang="en-US" dirty="0"/>
              <a:t> avec le mot de passe LDAP, et </a:t>
            </a:r>
            <a:r>
              <a:rPr lang="en-US" dirty="0" err="1"/>
              <a:t>pwd</a:t>
            </a:r>
            <a:r>
              <a:rPr lang="en-US" dirty="0"/>
              <a:t> montre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répertoire</a:t>
            </a:r>
            <a:r>
              <a:rPr lang="en-US" dirty="0"/>
              <a:t> personnel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créé</a:t>
            </a:r>
            <a:r>
              <a:rPr lang="en-US" dirty="0"/>
              <a:t> </a:t>
            </a:r>
            <a:r>
              <a:rPr lang="en-US" dirty="0" err="1"/>
              <a:t>automatiquement</a:t>
            </a:r>
            <a:r>
              <a:rPr lang="en-US" dirty="0"/>
              <a:t>. Le </a:t>
            </a:r>
            <a:r>
              <a:rPr lang="en-US" dirty="0" err="1"/>
              <a:t>résultat</a:t>
            </a:r>
            <a:r>
              <a:rPr lang="en-US" dirty="0"/>
              <a:t> </a:t>
            </a:r>
            <a:r>
              <a:rPr lang="en-US" dirty="0" err="1"/>
              <a:t>attendu</a:t>
            </a:r>
            <a:r>
              <a:rPr lang="en-US" dirty="0"/>
              <a:t> est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atteint</a:t>
            </a:r>
            <a:r>
              <a:rPr lang="en-US" dirty="0"/>
              <a:t> : un compte LDAP </a:t>
            </a:r>
            <a:r>
              <a:rPr lang="en-US" dirty="0" err="1"/>
              <a:t>reconnu</a:t>
            </a:r>
            <a:r>
              <a:rPr lang="en-US" dirty="0"/>
              <a:t> et </a:t>
            </a:r>
            <a:r>
              <a:rPr lang="en-US" dirty="0" err="1"/>
              <a:t>authentifié</a:t>
            </a:r>
            <a:r>
              <a:rPr lang="en-US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73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Passons à la supervision. Zabbix surveille les </a:t>
            </a:r>
            <a:r>
              <a:rPr lang="en-US" dirty="0" err="1"/>
              <a:t>ressources</a:t>
            </a:r>
            <a:r>
              <a:rPr lang="en-US" dirty="0"/>
              <a:t>, les services et </a:t>
            </a:r>
            <a:r>
              <a:rPr lang="en-US" dirty="0" err="1"/>
              <a:t>certains</a:t>
            </a:r>
            <a:r>
              <a:rPr lang="en-US" dirty="0"/>
              <a:t> </a:t>
            </a:r>
            <a:r>
              <a:rPr lang="en-US" dirty="0" err="1"/>
              <a:t>équipements</a:t>
            </a:r>
            <a:r>
              <a:rPr lang="en-US" dirty="0"/>
              <a:t> réseau, grâce aux agents et au </a:t>
            </a:r>
            <a:r>
              <a:rPr lang="en-US" dirty="0" err="1"/>
              <a:t>protocole</a:t>
            </a:r>
            <a:r>
              <a:rPr lang="en-US" dirty="0"/>
              <a:t> SNMP. Mes tests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vérifié</a:t>
            </a:r>
            <a:r>
              <a:rPr lang="en-US" dirty="0"/>
              <a:t> la </a:t>
            </a:r>
            <a:r>
              <a:rPr lang="en-US" dirty="0" err="1"/>
              <a:t>disponibilité</a:t>
            </a:r>
            <a:r>
              <a:rPr lang="en-US" dirty="0"/>
              <a:t> des agents, la surveillance des </a:t>
            </a:r>
            <a:r>
              <a:rPr lang="en-US" dirty="0" err="1"/>
              <a:t>ressources</a:t>
            </a:r>
            <a:r>
              <a:rPr lang="en-US" dirty="0"/>
              <a:t>, la supervision des services et le </a:t>
            </a:r>
            <a:r>
              <a:rPr lang="en-US" dirty="0" err="1"/>
              <a:t>déclenchement</a:t>
            </a:r>
            <a:r>
              <a:rPr lang="en-US" dirty="0"/>
              <a:t> des </a:t>
            </a:r>
            <a:r>
              <a:rPr lang="en-US" dirty="0" err="1"/>
              <a:t>alertes</a:t>
            </a:r>
            <a:r>
              <a:rPr lang="en-US" dirty="0"/>
              <a:t>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02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le tableau de bord global de Zabbix. On y </a:t>
            </a:r>
            <a:r>
              <a:rPr lang="en-US" dirty="0" err="1"/>
              <a:t>voit</a:t>
            </a:r>
            <a:r>
              <a:rPr lang="en-US" dirty="0"/>
              <a:t> </a:t>
            </a:r>
            <a:r>
              <a:rPr lang="en-US" dirty="0" err="1"/>
              <a:t>l'état</a:t>
            </a:r>
            <a:r>
              <a:rPr lang="en-US" dirty="0"/>
              <a:t> des </a:t>
            </a:r>
            <a:r>
              <a:rPr lang="en-US" dirty="0" err="1"/>
              <a:t>hôtes</a:t>
            </a:r>
            <a:r>
              <a:rPr lang="en-US" dirty="0"/>
              <a:t>, </a:t>
            </a:r>
            <a:r>
              <a:rPr lang="en-US" dirty="0" err="1"/>
              <a:t>l'utilisation</a:t>
            </a:r>
            <a:r>
              <a:rPr lang="en-US" dirty="0"/>
              <a:t> du </a:t>
            </a:r>
            <a:r>
              <a:rPr lang="en-US" dirty="0" err="1"/>
              <a:t>processeur</a:t>
            </a:r>
            <a:r>
              <a:rPr lang="en-US" dirty="0"/>
              <a:t>, les </a:t>
            </a:r>
            <a:r>
              <a:rPr lang="en-US" dirty="0" err="1"/>
              <a:t>problèmes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cours</a:t>
            </a:r>
            <a:r>
              <a:rPr lang="en-US" dirty="0"/>
              <a:t> </a:t>
            </a:r>
            <a:r>
              <a:rPr lang="en-US" dirty="0" err="1"/>
              <a:t>classés</a:t>
            </a:r>
            <a:r>
              <a:rPr lang="en-US" dirty="0"/>
              <a:t> par </a:t>
            </a:r>
            <a:r>
              <a:rPr lang="en-US" dirty="0" err="1"/>
              <a:t>sévérité</a:t>
            </a:r>
            <a:r>
              <a:rPr lang="en-US" dirty="0"/>
              <a:t> et </a:t>
            </a:r>
            <a:r>
              <a:rPr lang="en-US" dirty="0" err="1"/>
              <a:t>l'état</a:t>
            </a:r>
            <a:r>
              <a:rPr lang="en-US" dirty="0"/>
              <a:t> </a:t>
            </a:r>
            <a:r>
              <a:rPr lang="en-US" dirty="0" err="1"/>
              <a:t>général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 </a:t>
            </a:r>
            <a:r>
              <a:rPr lang="en-US" dirty="0" err="1"/>
              <a:t>C'est</a:t>
            </a:r>
            <a:r>
              <a:rPr lang="en-US" dirty="0"/>
              <a:t> la </a:t>
            </a:r>
            <a:r>
              <a:rPr lang="en-US" dirty="0" err="1"/>
              <a:t>vue</a:t>
            </a:r>
            <a:r>
              <a:rPr lang="en-US" dirty="0"/>
              <a:t> centrale qui </a:t>
            </a:r>
            <a:r>
              <a:rPr lang="en-US" dirty="0" err="1"/>
              <a:t>permet</a:t>
            </a:r>
            <a:r>
              <a:rPr lang="en-US" dirty="0"/>
              <a:t> à </a:t>
            </a:r>
            <a:r>
              <a:rPr lang="en-US" dirty="0" err="1"/>
              <a:t>l'administrateur</a:t>
            </a:r>
            <a:r>
              <a:rPr lang="en-US" dirty="0"/>
              <a:t> de savoir </a:t>
            </a:r>
            <a:r>
              <a:rPr lang="en-US" dirty="0" err="1"/>
              <a:t>en</a:t>
            </a:r>
            <a:r>
              <a:rPr lang="en-US" dirty="0"/>
              <a:t> un coup </a:t>
            </a:r>
            <a:r>
              <a:rPr lang="en-US" dirty="0" err="1"/>
              <a:t>d'œil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l'infrastructure</a:t>
            </a:r>
            <a:r>
              <a:rPr lang="en-US" dirty="0"/>
              <a:t> </a:t>
            </a:r>
            <a:r>
              <a:rPr lang="en-US" dirty="0" err="1"/>
              <a:t>fonctionne</a:t>
            </a:r>
            <a:r>
              <a:rPr lang="en-US" dirty="0"/>
              <a:t> bien.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754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fonctionnement</a:t>
            </a:r>
            <a:r>
              <a:rPr lang="en-US" dirty="0"/>
              <a:t> est simple. Un service </a:t>
            </a:r>
            <a:r>
              <a:rPr lang="en-US" dirty="0" err="1"/>
              <a:t>s'arrête</a:t>
            </a:r>
            <a:r>
              <a:rPr lang="en-US" dirty="0"/>
              <a:t>. </a:t>
            </a:r>
            <a:r>
              <a:rPr lang="en-US" dirty="0" err="1"/>
              <a:t>L'agent</a:t>
            </a:r>
            <a:r>
              <a:rPr lang="en-US" dirty="0"/>
              <a:t> Zabbix </a:t>
            </a:r>
            <a:r>
              <a:rPr lang="en-US" dirty="0" err="1"/>
              <a:t>collecte</a:t>
            </a:r>
            <a:r>
              <a:rPr lang="en-US" dirty="0"/>
              <a:t> </a:t>
            </a:r>
            <a:r>
              <a:rPr lang="en-US" dirty="0" err="1"/>
              <a:t>l'information</a:t>
            </a:r>
            <a:r>
              <a:rPr lang="en-US" dirty="0"/>
              <a:t> et </a:t>
            </a:r>
            <a:r>
              <a:rPr lang="en-US" dirty="0" err="1"/>
              <a:t>l'envoie</a:t>
            </a:r>
            <a:r>
              <a:rPr lang="en-US" dirty="0"/>
              <a:t> au </a:t>
            </a:r>
            <a:r>
              <a:rPr lang="en-US" dirty="0" err="1"/>
              <a:t>serveur</a:t>
            </a:r>
            <a:r>
              <a:rPr lang="en-US" dirty="0"/>
              <a:t> Zabbix. Le </a:t>
            </a:r>
            <a:r>
              <a:rPr lang="en-US" dirty="0" err="1"/>
              <a:t>serveur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les données et </a:t>
            </a:r>
            <a:r>
              <a:rPr lang="en-US" dirty="0" err="1"/>
              <a:t>vérifie</a:t>
            </a:r>
            <a:r>
              <a:rPr lang="en-US" dirty="0"/>
              <a:t> les conditions </a:t>
            </a:r>
            <a:r>
              <a:rPr lang="en-US" dirty="0" err="1"/>
              <a:t>définies</a:t>
            </a:r>
            <a:r>
              <a:rPr lang="en-US" dirty="0"/>
              <a:t> dans les triggers. Si la condition est </a:t>
            </a:r>
            <a:r>
              <a:rPr lang="en-US" dirty="0" err="1"/>
              <a:t>vraie</a:t>
            </a:r>
            <a:r>
              <a:rPr lang="en-US" dirty="0"/>
              <a:t>, un </a:t>
            </a:r>
            <a:r>
              <a:rPr lang="en-US" dirty="0" err="1"/>
              <a:t>problème</a:t>
            </a:r>
            <a:r>
              <a:rPr lang="en-US" dirty="0"/>
              <a:t> est </a:t>
            </a:r>
            <a:r>
              <a:rPr lang="en-US" dirty="0" err="1"/>
              <a:t>créé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notification est </a:t>
            </a:r>
            <a:r>
              <a:rPr lang="en-US" dirty="0" err="1"/>
              <a:t>envoyée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tester, 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arrêté</a:t>
            </a:r>
            <a:r>
              <a:rPr lang="en-US" dirty="0"/>
              <a:t> le service LDAP sur le </a:t>
            </a:r>
            <a:r>
              <a:rPr lang="en-US" dirty="0" err="1"/>
              <a:t>serveur</a:t>
            </a:r>
            <a:r>
              <a:rPr lang="en-US" dirty="0"/>
              <a:t> LDAP-SRV. Zabbix a </a:t>
            </a:r>
            <a:r>
              <a:rPr lang="en-US" dirty="0" err="1"/>
              <a:t>détecté</a:t>
            </a:r>
            <a:r>
              <a:rPr lang="en-US" dirty="0"/>
              <a:t> le </a:t>
            </a:r>
            <a:r>
              <a:rPr lang="en-US" dirty="0" err="1"/>
              <a:t>problème</a:t>
            </a:r>
            <a:r>
              <a:rPr lang="en-US" dirty="0"/>
              <a:t> : la capture du haut montre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de </a:t>
            </a:r>
            <a:r>
              <a:rPr lang="en-US" dirty="0" err="1"/>
              <a:t>sévérité</a:t>
            </a:r>
            <a:r>
              <a:rPr lang="en-US" dirty="0"/>
              <a:t> Haute, « LDAP service is down ». La capture du bas montre </a:t>
            </a:r>
            <a:r>
              <a:rPr lang="en-US" dirty="0" err="1"/>
              <a:t>l'e</a:t>
            </a:r>
            <a:r>
              <a:rPr lang="en-US" dirty="0"/>
              <a:t>-mail </a:t>
            </a:r>
            <a:r>
              <a:rPr lang="en-US" dirty="0" err="1"/>
              <a:t>reçu</a:t>
            </a:r>
            <a:r>
              <a:rPr lang="en-US" dirty="0"/>
              <a:t> </a:t>
            </a:r>
            <a:r>
              <a:rPr lang="en-US" dirty="0" err="1"/>
              <a:t>automatiquement</a:t>
            </a:r>
            <a:r>
              <a:rPr lang="en-US" dirty="0"/>
              <a:t> avec le nom du </a:t>
            </a:r>
            <a:r>
              <a:rPr lang="en-US" dirty="0" err="1"/>
              <a:t>problème</a:t>
            </a:r>
            <a:r>
              <a:rPr lang="en-US" dirty="0"/>
              <a:t>, la machine </a:t>
            </a:r>
            <a:r>
              <a:rPr lang="en-US" dirty="0" err="1"/>
              <a:t>concernée</a:t>
            </a:r>
            <a:r>
              <a:rPr lang="en-US" dirty="0"/>
              <a:t> et la </a:t>
            </a:r>
            <a:r>
              <a:rPr lang="en-US" dirty="0" err="1"/>
              <a:t>sévérité</a:t>
            </a:r>
            <a:r>
              <a:rPr lang="en-US" dirty="0"/>
              <a:t>. Les notifications </a:t>
            </a:r>
            <a:r>
              <a:rPr lang="en-US" dirty="0" err="1"/>
              <a:t>passent</a:t>
            </a:r>
            <a:r>
              <a:rPr lang="en-US" dirty="0"/>
              <a:t> par Postfix, qui </a:t>
            </a:r>
            <a:r>
              <a:rPr lang="en-US" dirty="0" err="1"/>
              <a:t>envoie</a:t>
            </a:r>
            <a:r>
              <a:rPr lang="en-US" dirty="0"/>
              <a:t> les e-mails via Gmail SMTP.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847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Maintenant</a:t>
            </a:r>
            <a:r>
              <a:rPr lang="en-US" dirty="0"/>
              <a:t> la partie sécurité avec </a:t>
            </a:r>
            <a:r>
              <a:rPr lang="en-US" dirty="0" err="1"/>
              <a:t>Wazuh</a:t>
            </a:r>
            <a:r>
              <a:rPr lang="en-US" dirty="0"/>
              <a:t>. 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utilisé</a:t>
            </a:r>
            <a:r>
              <a:rPr lang="en-US" dirty="0"/>
              <a:t> trois </a:t>
            </a:r>
            <a:r>
              <a:rPr lang="en-US" dirty="0" err="1"/>
              <a:t>fonctionnalités</a:t>
            </a:r>
            <a:r>
              <a:rPr lang="en-US" dirty="0"/>
              <a:t>. </a:t>
            </a:r>
            <a:r>
              <a:rPr lang="en-US" dirty="0" err="1"/>
              <a:t>Premièrement</a:t>
            </a:r>
            <a:r>
              <a:rPr lang="en-US" dirty="0"/>
              <a:t>, la surveillance de </a:t>
            </a:r>
            <a:r>
              <a:rPr lang="en-US" dirty="0" err="1"/>
              <a:t>l'intégrité</a:t>
            </a:r>
            <a:r>
              <a:rPr lang="en-US" dirty="0"/>
              <a:t> des </a:t>
            </a:r>
            <a:r>
              <a:rPr lang="en-US" dirty="0" err="1"/>
              <a:t>fichiers</a:t>
            </a:r>
            <a:r>
              <a:rPr lang="en-US" dirty="0"/>
              <a:t> sur les dossiers </a:t>
            </a:r>
            <a:r>
              <a:rPr lang="en-US" dirty="0" err="1"/>
              <a:t>sensibles</a:t>
            </a:r>
            <a:r>
              <a:rPr lang="en-US" dirty="0"/>
              <a:t> : /</a:t>
            </a:r>
            <a:r>
              <a:rPr lang="en-US" dirty="0" err="1"/>
              <a:t>etc</a:t>
            </a:r>
            <a:r>
              <a:rPr lang="en-US" dirty="0"/>
              <a:t>/ssh,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sssd</a:t>
            </a:r>
            <a:r>
              <a:rPr lang="en-US" dirty="0"/>
              <a:t>,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sudoers.d</a:t>
            </a:r>
            <a:r>
              <a:rPr lang="en-US" dirty="0"/>
              <a:t> et /home. </a:t>
            </a:r>
            <a:r>
              <a:rPr lang="en-US" dirty="0" err="1"/>
              <a:t>Deuxièmement</a:t>
            </a:r>
            <a:r>
              <a:rPr lang="en-US" dirty="0"/>
              <a:t>, des </a:t>
            </a:r>
            <a:r>
              <a:rPr lang="en-US" dirty="0" err="1"/>
              <a:t>décodeurs</a:t>
            </a:r>
            <a:r>
              <a:rPr lang="en-US" dirty="0"/>
              <a:t> et des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personnalisés</a:t>
            </a:r>
            <a:r>
              <a:rPr lang="en-US" dirty="0"/>
              <a:t> pour </a:t>
            </a:r>
            <a:r>
              <a:rPr lang="en-US" dirty="0" err="1"/>
              <a:t>comprendre</a:t>
            </a:r>
            <a:r>
              <a:rPr lang="en-US" dirty="0"/>
              <a:t> les logs LDAP. </a:t>
            </a:r>
            <a:r>
              <a:rPr lang="en-US" dirty="0" err="1"/>
              <a:t>Troisièmement</a:t>
            </a:r>
            <a:r>
              <a:rPr lang="en-US" dirty="0"/>
              <a:t>, les notifications : </a:t>
            </a:r>
            <a:r>
              <a:rPr lang="en-US" dirty="0" err="1"/>
              <a:t>l'alerte</a:t>
            </a:r>
            <a:r>
              <a:rPr lang="en-US" dirty="0"/>
              <a:t> passe par Postfix </a:t>
            </a:r>
            <a:r>
              <a:rPr lang="en-US" dirty="0" err="1"/>
              <a:t>puis</a:t>
            </a:r>
            <a:r>
              <a:rPr lang="en-US" dirty="0"/>
              <a:t> Gmail SMTP vers les </a:t>
            </a:r>
            <a:r>
              <a:rPr lang="en-US" dirty="0" err="1"/>
              <a:t>administrateurs</a:t>
            </a:r>
            <a:r>
              <a:rPr lang="en-US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84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le </a:t>
            </a:r>
            <a:r>
              <a:rPr lang="en-US" dirty="0" err="1"/>
              <a:t>principe</a:t>
            </a:r>
            <a:r>
              <a:rPr lang="en-US" dirty="0"/>
              <a:t> du FIM. Un </a:t>
            </a:r>
            <a:r>
              <a:rPr lang="en-US" dirty="0" err="1"/>
              <a:t>fichier</a:t>
            </a:r>
            <a:r>
              <a:rPr lang="en-US" dirty="0"/>
              <a:t> est </a:t>
            </a:r>
            <a:r>
              <a:rPr lang="en-US" dirty="0" err="1"/>
              <a:t>modifié</a:t>
            </a:r>
            <a:r>
              <a:rPr lang="en-US" dirty="0"/>
              <a:t>. </a:t>
            </a:r>
            <a:r>
              <a:rPr lang="en-US" dirty="0" err="1"/>
              <a:t>L'agent</a:t>
            </a:r>
            <a:r>
              <a:rPr lang="en-US" dirty="0"/>
              <a:t> </a:t>
            </a:r>
            <a:r>
              <a:rPr lang="en-US" dirty="0" err="1"/>
              <a:t>Wazuh</a:t>
            </a:r>
            <a:r>
              <a:rPr lang="en-US" dirty="0"/>
              <a:t>, avec son module de surveillance, </a:t>
            </a:r>
            <a:r>
              <a:rPr lang="en-US" dirty="0" err="1"/>
              <a:t>détecte</a:t>
            </a:r>
            <a:r>
              <a:rPr lang="en-US" dirty="0"/>
              <a:t> le changement et </a:t>
            </a:r>
            <a:r>
              <a:rPr lang="en-US" dirty="0" err="1"/>
              <a:t>l'envoie</a:t>
            </a:r>
            <a:r>
              <a:rPr lang="en-US" dirty="0"/>
              <a:t> au </a:t>
            </a:r>
            <a:r>
              <a:rPr lang="en-US" dirty="0" err="1"/>
              <a:t>Wazuh</a:t>
            </a:r>
            <a:r>
              <a:rPr lang="en-US" dirty="0"/>
              <a:t> Manager. Le Manager applique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, </a:t>
            </a:r>
            <a:r>
              <a:rPr lang="en-US" dirty="0" err="1"/>
              <a:t>génère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, et </a:t>
            </a:r>
            <a:r>
              <a:rPr lang="en-US" dirty="0" err="1"/>
              <a:t>celle</a:t>
            </a:r>
            <a:r>
              <a:rPr lang="en-US" dirty="0"/>
              <a:t>-ci </a:t>
            </a:r>
            <a:r>
              <a:rPr lang="en-US" dirty="0" err="1"/>
              <a:t>apparaît</a:t>
            </a:r>
            <a:r>
              <a:rPr lang="en-US" dirty="0"/>
              <a:t> dans le Dashboard. </a:t>
            </a:r>
          </a:p>
          <a:p>
            <a:r>
              <a:rPr lang="en-US" dirty="0"/>
              <a:t>Pour tester, 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créé</a:t>
            </a:r>
            <a:r>
              <a:rPr lang="en-US" dirty="0"/>
              <a:t>, </a:t>
            </a:r>
            <a:r>
              <a:rPr lang="en-US" dirty="0" err="1"/>
              <a:t>modifié</a:t>
            </a:r>
            <a:r>
              <a:rPr lang="en-US" dirty="0"/>
              <a:t>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supprimé</a:t>
            </a:r>
            <a:r>
              <a:rPr lang="en-US" dirty="0"/>
              <a:t> un </a:t>
            </a:r>
            <a:r>
              <a:rPr lang="en-US" dirty="0" err="1"/>
              <a:t>fichier</a:t>
            </a:r>
            <a:r>
              <a:rPr lang="en-US" dirty="0"/>
              <a:t> de test dans le dossier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openldap</a:t>
            </a:r>
            <a:r>
              <a:rPr lang="en-US" dirty="0"/>
              <a:t>. La capture du Dashboard </a:t>
            </a:r>
            <a:r>
              <a:rPr lang="en-US" dirty="0" err="1"/>
              <a:t>Wazuh</a:t>
            </a:r>
            <a:r>
              <a:rPr lang="en-US" dirty="0"/>
              <a:t> montre bien les trois </a:t>
            </a:r>
            <a:r>
              <a:rPr lang="en-US" dirty="0" err="1"/>
              <a:t>événements</a:t>
            </a:r>
            <a:r>
              <a:rPr lang="en-US" dirty="0"/>
              <a:t> : </a:t>
            </a:r>
            <a:r>
              <a:rPr lang="en-US" dirty="0" err="1"/>
              <a:t>fichier</a:t>
            </a:r>
            <a:r>
              <a:rPr lang="en-US" dirty="0"/>
              <a:t> </a:t>
            </a:r>
            <a:r>
              <a:rPr lang="en-US" dirty="0" err="1"/>
              <a:t>ajouté</a:t>
            </a:r>
            <a:r>
              <a:rPr lang="en-US" dirty="0"/>
              <a:t>, </a:t>
            </a:r>
            <a:r>
              <a:rPr lang="en-US" dirty="0" err="1"/>
              <a:t>modifié</a:t>
            </a:r>
            <a:r>
              <a:rPr lang="en-US" dirty="0"/>
              <a:t> et </a:t>
            </a:r>
            <a:r>
              <a:rPr lang="en-US" dirty="0" err="1"/>
              <a:t>supprimé</a:t>
            </a:r>
            <a:r>
              <a:rPr lang="en-US" dirty="0"/>
              <a:t>, avec le </a:t>
            </a:r>
            <a:r>
              <a:rPr lang="en-US" dirty="0" err="1"/>
              <a:t>niveau</a:t>
            </a:r>
            <a:r>
              <a:rPr lang="en-US" dirty="0"/>
              <a:t> de la </a:t>
            </a:r>
            <a:r>
              <a:rPr lang="en-US" dirty="0" err="1"/>
              <a:t>règle</a:t>
            </a:r>
            <a:r>
              <a:rPr lang="en-US" dirty="0"/>
              <a:t> et </a:t>
            </a:r>
            <a:r>
              <a:rPr lang="en-US" dirty="0" err="1"/>
              <a:t>sa</a:t>
            </a:r>
            <a:r>
              <a:rPr lang="en-US" dirty="0"/>
              <a:t> date. </a:t>
            </a:r>
            <a:r>
              <a:rPr lang="en-US" dirty="0" err="1"/>
              <a:t>Wazuh</a:t>
            </a:r>
            <a:r>
              <a:rPr lang="en-US" dirty="0"/>
              <a:t> a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détecté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changement sur le </a:t>
            </a:r>
            <a:r>
              <a:rPr lang="en-US" dirty="0" err="1"/>
              <a:t>serveur</a:t>
            </a:r>
            <a:r>
              <a:rPr lang="en-US" dirty="0"/>
              <a:t> LDAP.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23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Deuxième </a:t>
            </a:r>
            <a:r>
              <a:rPr lang="en-US" dirty="0" err="1"/>
              <a:t>scénario</a:t>
            </a:r>
            <a:r>
              <a:rPr lang="en-US" dirty="0"/>
              <a:t> de sécurité : les </a:t>
            </a:r>
            <a:r>
              <a:rPr lang="en-US" dirty="0" err="1"/>
              <a:t>tentatives</a:t>
            </a:r>
            <a:r>
              <a:rPr lang="en-US" dirty="0"/>
              <a:t> </a:t>
            </a:r>
            <a:r>
              <a:rPr lang="en-US" dirty="0" err="1"/>
              <a:t>d'authentification</a:t>
            </a:r>
            <a:r>
              <a:rPr lang="en-US" dirty="0"/>
              <a:t>. Quand un </a:t>
            </a:r>
            <a:r>
              <a:rPr lang="en-US" dirty="0" err="1"/>
              <a:t>utilisateur</a:t>
            </a:r>
            <a:r>
              <a:rPr lang="en-US" dirty="0"/>
              <a:t> se trompe de mot de passe, le </a:t>
            </a:r>
            <a:r>
              <a:rPr lang="en-US" dirty="0" err="1"/>
              <a:t>système</a:t>
            </a:r>
            <a:r>
              <a:rPr lang="en-US" dirty="0"/>
              <a:t> LDAP </a:t>
            </a:r>
            <a:r>
              <a:rPr lang="en-US" dirty="0" err="1"/>
              <a:t>écrit</a:t>
            </a:r>
            <a:r>
              <a:rPr lang="en-US" dirty="0"/>
              <a:t> un </a:t>
            </a:r>
            <a:r>
              <a:rPr lang="en-US" dirty="0" err="1"/>
              <a:t>événement</a:t>
            </a:r>
            <a:r>
              <a:rPr lang="en-US" dirty="0"/>
              <a:t> dans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journaux</a:t>
            </a:r>
            <a:r>
              <a:rPr lang="en-US" dirty="0"/>
              <a:t>. </a:t>
            </a:r>
            <a:r>
              <a:rPr lang="en-US" dirty="0" err="1"/>
              <a:t>L'agent</a:t>
            </a:r>
            <a:r>
              <a:rPr lang="en-US" dirty="0"/>
              <a:t> </a:t>
            </a:r>
            <a:r>
              <a:rPr lang="en-US" dirty="0" err="1"/>
              <a:t>Wazuh</a:t>
            </a:r>
            <a:r>
              <a:rPr lang="en-US" dirty="0"/>
              <a:t> le </a:t>
            </a:r>
            <a:r>
              <a:rPr lang="en-US" dirty="0" err="1"/>
              <a:t>collecte</a:t>
            </a:r>
            <a:r>
              <a:rPr lang="en-US" dirty="0"/>
              <a:t> et </a:t>
            </a:r>
            <a:r>
              <a:rPr lang="en-US" dirty="0" err="1"/>
              <a:t>l'envoie</a:t>
            </a:r>
            <a:r>
              <a:rPr lang="en-US" dirty="0"/>
              <a:t> au Manager. Le </a:t>
            </a:r>
            <a:r>
              <a:rPr lang="en-US" dirty="0" err="1"/>
              <a:t>décodeur</a:t>
            </a:r>
            <a:r>
              <a:rPr lang="en-US" dirty="0"/>
              <a:t> </a:t>
            </a:r>
            <a:r>
              <a:rPr lang="en-US" dirty="0" err="1"/>
              <a:t>personnalisé</a:t>
            </a:r>
            <a:r>
              <a:rPr lang="en-US" dirty="0"/>
              <a:t> lit </a:t>
            </a:r>
            <a:r>
              <a:rPr lang="en-US" dirty="0" err="1"/>
              <a:t>l'événement</a:t>
            </a:r>
            <a:r>
              <a:rPr lang="en-US" dirty="0"/>
              <a:t>, la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correspondante</a:t>
            </a:r>
            <a:r>
              <a:rPr lang="en-US" dirty="0"/>
              <a:t> se </a:t>
            </a:r>
            <a:r>
              <a:rPr lang="en-US" dirty="0" err="1"/>
              <a:t>déclenche</a:t>
            </a:r>
            <a:r>
              <a:rPr lang="en-US" dirty="0"/>
              <a:t>, et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est </a:t>
            </a:r>
            <a:r>
              <a:rPr lang="en-US" dirty="0" err="1"/>
              <a:t>générée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Cette capture montre le </a:t>
            </a:r>
            <a:r>
              <a:rPr lang="en-US" dirty="0" err="1"/>
              <a:t>résultat</a:t>
            </a:r>
            <a:r>
              <a:rPr lang="en-US" dirty="0"/>
              <a:t>. Après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échecs</a:t>
            </a:r>
            <a:r>
              <a:rPr lang="en-US" dirty="0"/>
              <a:t> </a:t>
            </a:r>
            <a:r>
              <a:rPr lang="en-US" dirty="0" err="1"/>
              <a:t>d'authentification</a:t>
            </a:r>
            <a:r>
              <a:rPr lang="en-US" dirty="0"/>
              <a:t>, </a:t>
            </a:r>
            <a:r>
              <a:rPr lang="en-US" dirty="0" err="1"/>
              <a:t>Wazuh</a:t>
            </a:r>
            <a:r>
              <a:rPr lang="en-US" dirty="0"/>
              <a:t> a </a:t>
            </a:r>
            <a:r>
              <a:rPr lang="en-US" dirty="0" err="1"/>
              <a:t>généré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de </a:t>
            </a:r>
            <a:r>
              <a:rPr lang="en-US" dirty="0" err="1"/>
              <a:t>niveau</a:t>
            </a:r>
            <a:r>
              <a:rPr lang="en-US" dirty="0"/>
              <a:t> 12 : tentative possible de force brute LDAP. En dessous, on </a:t>
            </a:r>
            <a:r>
              <a:rPr lang="en-US" dirty="0" err="1"/>
              <a:t>voit</a:t>
            </a:r>
            <a:r>
              <a:rPr lang="en-US" dirty="0"/>
              <a:t> </a:t>
            </a:r>
            <a:r>
              <a:rPr lang="en-US" dirty="0" err="1"/>
              <a:t>l'e</a:t>
            </a:r>
            <a:r>
              <a:rPr lang="en-US" dirty="0"/>
              <a:t>-mail de notification </a:t>
            </a:r>
            <a:r>
              <a:rPr lang="en-US" dirty="0" err="1"/>
              <a:t>reçu</a:t>
            </a:r>
            <a:r>
              <a:rPr lang="en-US" dirty="0"/>
              <a:t> par </a:t>
            </a:r>
            <a:r>
              <a:rPr lang="en-US" dirty="0" err="1"/>
              <a:t>l'administrateur</a:t>
            </a:r>
            <a:r>
              <a:rPr lang="en-US" dirty="0"/>
              <a:t>.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fonctionne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de bout </a:t>
            </a:r>
            <a:r>
              <a:rPr lang="en-US" dirty="0" err="1"/>
              <a:t>en</a:t>
            </a:r>
            <a:r>
              <a:rPr lang="en-US" dirty="0"/>
              <a:t> bout : de </a:t>
            </a:r>
            <a:r>
              <a:rPr lang="en-US" dirty="0" err="1"/>
              <a:t>l'événement</a:t>
            </a:r>
            <a:r>
              <a:rPr lang="en-US" dirty="0"/>
              <a:t> dans les logs </a:t>
            </a:r>
            <a:r>
              <a:rPr lang="en-US" dirty="0" err="1"/>
              <a:t>jusqu'à</a:t>
            </a:r>
            <a:r>
              <a:rPr lang="en-US" dirty="0"/>
              <a:t> </a:t>
            </a:r>
            <a:r>
              <a:rPr lang="en-US" dirty="0" err="1"/>
              <a:t>l'alerte</a:t>
            </a:r>
            <a:r>
              <a:rPr lang="en-US" dirty="0"/>
              <a:t> </a:t>
            </a:r>
            <a:r>
              <a:rPr lang="en-US" dirty="0" err="1"/>
              <a:t>envoyée</a:t>
            </a:r>
            <a:r>
              <a:rPr lang="en-US" dirty="0"/>
              <a:t> par e-mail.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193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</a:t>
            </a:r>
            <a:r>
              <a:rPr lang="en-US" dirty="0" err="1"/>
              <a:t>résumer</a:t>
            </a:r>
            <a:r>
              <a:rPr lang="en-US" dirty="0"/>
              <a:t> les </a:t>
            </a:r>
            <a:r>
              <a:rPr lang="en-US" dirty="0" err="1"/>
              <a:t>résultats</a:t>
            </a:r>
            <a:r>
              <a:rPr lang="en-US" dirty="0"/>
              <a:t>. Côté LDAP : </a:t>
            </a:r>
            <a:r>
              <a:rPr lang="en-US" dirty="0" err="1"/>
              <a:t>authentification</a:t>
            </a:r>
            <a:r>
              <a:rPr lang="en-US" dirty="0"/>
              <a:t> </a:t>
            </a:r>
            <a:r>
              <a:rPr lang="en-US" dirty="0" err="1"/>
              <a:t>centralisée</a:t>
            </a:r>
            <a:r>
              <a:rPr lang="en-US" dirty="0"/>
              <a:t>, gestion des </a:t>
            </a:r>
            <a:r>
              <a:rPr lang="en-US" dirty="0" err="1"/>
              <a:t>utilisateurs</a:t>
            </a:r>
            <a:r>
              <a:rPr lang="en-US" dirty="0"/>
              <a:t> et des </a:t>
            </a:r>
            <a:r>
              <a:rPr lang="en-US" dirty="0" err="1"/>
              <a:t>groupes</a:t>
            </a:r>
            <a:r>
              <a:rPr lang="en-US" dirty="0"/>
              <a:t>, </a:t>
            </a:r>
            <a:r>
              <a:rPr lang="en-US" dirty="0" err="1"/>
              <a:t>intégration</a:t>
            </a:r>
            <a:r>
              <a:rPr lang="en-US" dirty="0"/>
              <a:t> SSSD, PAM et NSS, et </a:t>
            </a:r>
            <a:r>
              <a:rPr lang="en-US" dirty="0" err="1"/>
              <a:t>création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du </a:t>
            </a:r>
            <a:r>
              <a:rPr lang="en-US" dirty="0" err="1"/>
              <a:t>répertoire</a:t>
            </a:r>
            <a:r>
              <a:rPr lang="en-US" dirty="0"/>
              <a:t> personnel. Côté Zabbix : supervision des </a:t>
            </a:r>
            <a:r>
              <a:rPr lang="en-US" dirty="0" err="1"/>
              <a:t>ressources</a:t>
            </a:r>
            <a:r>
              <a:rPr lang="en-US" dirty="0"/>
              <a:t>, des services, du SNMP et des </a:t>
            </a:r>
            <a:r>
              <a:rPr lang="en-US" dirty="0" err="1"/>
              <a:t>alertes</a:t>
            </a:r>
            <a:r>
              <a:rPr lang="en-US" dirty="0"/>
              <a:t>. Côté </a:t>
            </a:r>
            <a:r>
              <a:rPr lang="en-US" dirty="0" err="1"/>
              <a:t>Wazuh</a:t>
            </a:r>
            <a:r>
              <a:rPr lang="en-US" dirty="0"/>
              <a:t> : surveillance de </a:t>
            </a:r>
            <a:r>
              <a:rPr lang="en-US" dirty="0" err="1"/>
              <a:t>l'intégrité</a:t>
            </a:r>
            <a:r>
              <a:rPr lang="en-US" dirty="0"/>
              <a:t> des </a:t>
            </a:r>
            <a:r>
              <a:rPr lang="en-US" dirty="0" err="1"/>
              <a:t>fichiers</a:t>
            </a:r>
            <a:r>
              <a:rPr lang="en-US" dirty="0"/>
              <a:t>, </a:t>
            </a:r>
            <a:r>
              <a:rPr lang="en-US" dirty="0" err="1"/>
              <a:t>détection</a:t>
            </a:r>
            <a:r>
              <a:rPr lang="en-US" dirty="0"/>
              <a:t> des </a:t>
            </a:r>
            <a:r>
              <a:rPr lang="en-US" dirty="0" err="1"/>
              <a:t>événements</a:t>
            </a:r>
            <a:r>
              <a:rPr lang="en-US" dirty="0"/>
              <a:t> LDAP,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personnalisées</a:t>
            </a:r>
            <a:r>
              <a:rPr lang="en-US" dirty="0"/>
              <a:t> et notifications. Tous les </a:t>
            </a:r>
            <a:r>
              <a:rPr lang="en-US" dirty="0" err="1"/>
              <a:t>objectifs</a:t>
            </a:r>
            <a:r>
              <a:rPr lang="en-US" dirty="0"/>
              <a:t> </a:t>
            </a:r>
            <a:r>
              <a:rPr lang="en-US" dirty="0" err="1"/>
              <a:t>fixés</a:t>
            </a:r>
            <a:r>
              <a:rPr lang="en-US" dirty="0"/>
              <a:t> au </a:t>
            </a:r>
            <a:r>
              <a:rPr lang="en-US" dirty="0" err="1"/>
              <a:t>départ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atteints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033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Mon </a:t>
            </a:r>
            <a:r>
              <a:rPr lang="en-US" dirty="0" err="1"/>
              <a:t>projet</a:t>
            </a:r>
            <a:r>
              <a:rPr lang="en-US" dirty="0"/>
              <a:t> a des </a:t>
            </a:r>
            <a:r>
              <a:rPr lang="en-US" dirty="0" err="1"/>
              <a:t>limites</a:t>
            </a:r>
            <a:r>
              <a:rPr lang="en-US" dirty="0"/>
              <a:t>. Il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réalisé</a:t>
            </a:r>
            <a:r>
              <a:rPr lang="en-US" dirty="0"/>
              <a:t> dans un </a:t>
            </a:r>
            <a:r>
              <a:rPr lang="en-US" dirty="0" err="1"/>
              <a:t>laboratoire</a:t>
            </a:r>
            <a:r>
              <a:rPr lang="en-US" dirty="0"/>
              <a:t> </a:t>
            </a:r>
            <a:r>
              <a:rPr lang="en-US" dirty="0" err="1"/>
              <a:t>virtualisé</a:t>
            </a:r>
            <a:r>
              <a:rPr lang="en-US" dirty="0"/>
              <a:t> avec des </a:t>
            </a:r>
            <a:r>
              <a:rPr lang="en-US" dirty="0" err="1"/>
              <a:t>ressources</a:t>
            </a:r>
            <a:r>
              <a:rPr lang="en-US" dirty="0"/>
              <a:t> </a:t>
            </a:r>
            <a:r>
              <a:rPr lang="en-US" dirty="0" err="1"/>
              <a:t>limitées</a:t>
            </a:r>
            <a:r>
              <a:rPr lang="en-US" dirty="0"/>
              <a:t>, sans haute </a:t>
            </a:r>
            <a:r>
              <a:rPr lang="en-US" dirty="0" err="1"/>
              <a:t>disponibilité</a:t>
            </a:r>
            <a:r>
              <a:rPr lang="en-US" dirty="0"/>
              <a:t>, avec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sécurisation</a:t>
            </a:r>
            <a:r>
              <a:rPr lang="en-US" dirty="0"/>
              <a:t> LDAP à </a:t>
            </a:r>
            <a:r>
              <a:rPr lang="en-US" dirty="0" err="1"/>
              <a:t>compléter</a:t>
            </a:r>
            <a:r>
              <a:rPr lang="en-US" dirty="0"/>
              <a:t> et un </a:t>
            </a:r>
            <a:r>
              <a:rPr lang="en-US" dirty="0" err="1"/>
              <a:t>périmètre</a:t>
            </a:r>
            <a:r>
              <a:rPr lang="en-US" dirty="0"/>
              <a:t> de tests de sécurité </a:t>
            </a:r>
            <a:r>
              <a:rPr lang="en-US" dirty="0" err="1"/>
              <a:t>restreint</a:t>
            </a:r>
            <a:r>
              <a:rPr lang="en-US" dirty="0"/>
              <a:t>. Pour la suite, je propose : </a:t>
            </a:r>
            <a:r>
              <a:rPr lang="en-US" dirty="0" err="1"/>
              <a:t>activer</a:t>
            </a:r>
            <a:r>
              <a:rPr lang="en-US" dirty="0"/>
              <a:t> le </a:t>
            </a:r>
            <a:r>
              <a:rPr lang="en-US" dirty="0" err="1"/>
              <a:t>chiffrement</a:t>
            </a:r>
            <a:r>
              <a:rPr lang="en-US" dirty="0"/>
              <a:t> avec LDAPS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StartTLS</a:t>
            </a:r>
            <a:r>
              <a:rPr lang="en-US" dirty="0"/>
              <a:t>, </a:t>
            </a:r>
            <a:r>
              <a:rPr lang="en-US" dirty="0" err="1"/>
              <a:t>mettre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place des </a:t>
            </a:r>
            <a:r>
              <a:rPr lang="en-US" dirty="0" err="1"/>
              <a:t>sauvegardes</a:t>
            </a:r>
            <a:r>
              <a:rPr lang="en-US" dirty="0"/>
              <a:t> de </a:t>
            </a:r>
            <a:r>
              <a:rPr lang="en-US" dirty="0" err="1"/>
              <a:t>l'annuaire</a:t>
            </a:r>
            <a:r>
              <a:rPr lang="en-US" dirty="0"/>
              <a:t>, </a:t>
            </a:r>
            <a:r>
              <a:rPr lang="en-US" dirty="0" err="1"/>
              <a:t>ajouter</a:t>
            </a:r>
            <a:r>
              <a:rPr lang="en-US" dirty="0"/>
              <a:t> de la haute </a:t>
            </a:r>
            <a:r>
              <a:rPr lang="en-US" dirty="0" err="1"/>
              <a:t>disponibilité</a:t>
            </a:r>
            <a:r>
              <a:rPr lang="en-US" dirty="0"/>
              <a:t>, </a:t>
            </a:r>
            <a:r>
              <a:rPr lang="en-US" dirty="0" err="1"/>
              <a:t>enrichir</a:t>
            </a:r>
            <a:r>
              <a:rPr lang="en-US" dirty="0"/>
              <a:t> les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Wazuh</a:t>
            </a:r>
            <a:r>
              <a:rPr lang="en-US" dirty="0"/>
              <a:t>, </a:t>
            </a:r>
            <a:r>
              <a:rPr lang="en-US" dirty="0" err="1"/>
              <a:t>étendre</a:t>
            </a:r>
            <a:r>
              <a:rPr lang="en-US" dirty="0"/>
              <a:t> la supervision, et </a:t>
            </a:r>
            <a:r>
              <a:rPr lang="en-US" dirty="0" err="1"/>
              <a:t>évoluer</a:t>
            </a:r>
            <a:r>
              <a:rPr lang="en-US" dirty="0"/>
              <a:t> vers </a:t>
            </a:r>
            <a:r>
              <a:rPr lang="en-US" dirty="0" err="1"/>
              <a:t>une</a:t>
            </a:r>
            <a:r>
              <a:rPr lang="en-US" dirty="0"/>
              <a:t> architecture de type SOC.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64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</a:t>
            </a:r>
            <a:r>
              <a:rPr lang="en-US" dirty="0" err="1"/>
              <a:t>conclure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m'a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 de </a:t>
            </a:r>
            <a:r>
              <a:rPr lang="en-US" dirty="0" err="1"/>
              <a:t>concevoir</a:t>
            </a:r>
            <a:r>
              <a:rPr lang="en-US" dirty="0"/>
              <a:t> et de </a:t>
            </a:r>
            <a:r>
              <a:rPr lang="en-US" dirty="0" err="1"/>
              <a:t>mettre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œuvre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plateforme</a:t>
            </a:r>
            <a:r>
              <a:rPr lang="en-US" dirty="0"/>
              <a:t> qui </a:t>
            </a:r>
            <a:r>
              <a:rPr lang="en-US" dirty="0" err="1"/>
              <a:t>réunit</a:t>
            </a:r>
            <a:r>
              <a:rPr lang="en-US" dirty="0"/>
              <a:t> trois </a:t>
            </a:r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complémentaires</a:t>
            </a:r>
            <a:r>
              <a:rPr lang="en-US" dirty="0"/>
              <a:t> : LDAP pour les </a:t>
            </a:r>
            <a:r>
              <a:rPr lang="en-US" dirty="0" err="1"/>
              <a:t>identités</a:t>
            </a:r>
            <a:r>
              <a:rPr lang="en-US" dirty="0"/>
              <a:t>, Zabbix pour la supervision et </a:t>
            </a:r>
            <a:r>
              <a:rPr lang="en-US" dirty="0" err="1"/>
              <a:t>Wazuh</a:t>
            </a:r>
            <a:r>
              <a:rPr lang="en-US" dirty="0"/>
              <a:t> pour la </a:t>
            </a:r>
            <a:r>
              <a:rPr lang="en-US" dirty="0" err="1"/>
              <a:t>détection</a:t>
            </a:r>
            <a:r>
              <a:rPr lang="en-US" dirty="0"/>
              <a:t> des </a:t>
            </a:r>
            <a:r>
              <a:rPr lang="en-US" dirty="0" err="1"/>
              <a:t>événements</a:t>
            </a:r>
            <a:r>
              <a:rPr lang="en-US" dirty="0"/>
              <a:t> de sécurité. Les tests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validé</a:t>
            </a:r>
            <a:r>
              <a:rPr lang="en-US" dirty="0"/>
              <a:t> le </a:t>
            </a:r>
            <a:r>
              <a:rPr lang="en-US" dirty="0" err="1"/>
              <a:t>fonctionnement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composant</a:t>
            </a:r>
            <a:r>
              <a:rPr lang="en-US" dirty="0"/>
              <a:t> et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intégration</a:t>
            </a:r>
            <a:r>
              <a:rPr lang="en-US" dirty="0"/>
              <a:t> dans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même</a:t>
            </a:r>
            <a:r>
              <a:rPr lang="en-US" dirty="0"/>
              <a:t> architecture. Cette </a:t>
            </a:r>
            <a:r>
              <a:rPr lang="en-US" dirty="0" err="1"/>
              <a:t>plateforme</a:t>
            </a:r>
            <a:r>
              <a:rPr lang="en-US" dirty="0"/>
              <a:t> est </a:t>
            </a:r>
            <a:r>
              <a:rPr lang="en-US" dirty="0" err="1"/>
              <a:t>une</a:t>
            </a:r>
            <a:r>
              <a:rPr lang="en-US" dirty="0"/>
              <a:t> base </a:t>
            </a:r>
            <a:r>
              <a:rPr lang="en-US" dirty="0" err="1"/>
              <a:t>évolutive</a:t>
            </a:r>
            <a:r>
              <a:rPr lang="en-US" dirty="0"/>
              <a:t> vers </a:t>
            </a:r>
            <a:r>
              <a:rPr lang="en-US" dirty="0" err="1"/>
              <a:t>une</a:t>
            </a:r>
            <a:r>
              <a:rPr lang="en-US" dirty="0"/>
              <a:t> infrastructure plus </a:t>
            </a:r>
            <a:r>
              <a:rPr lang="en-US" dirty="0" err="1"/>
              <a:t>complète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3557-EC91-418D-9CA1-94EC28E0B66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09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13.sv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75082" cy="3147036"/>
          </a:xfrm>
          <a:custGeom>
            <a:avLst/>
            <a:gdLst/>
            <a:ahLst/>
            <a:cxnLst/>
            <a:rect l="l" t="t" r="r" b="b"/>
            <a:pathLst>
              <a:path w="3375082" h="3147036">
                <a:moveTo>
                  <a:pt x="0" y="0"/>
                </a:moveTo>
                <a:lnTo>
                  <a:pt x="3375082" y="0"/>
                </a:lnTo>
                <a:lnTo>
                  <a:pt x="3375082" y="3147036"/>
                </a:lnTo>
                <a:lnTo>
                  <a:pt x="0" y="3147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17943" y="0"/>
            <a:ext cx="4270057" cy="2912998"/>
          </a:xfrm>
          <a:custGeom>
            <a:avLst/>
            <a:gdLst/>
            <a:ahLst/>
            <a:cxnLst/>
            <a:rect l="l" t="t" r="r" b="b"/>
            <a:pathLst>
              <a:path w="4270057" h="2912998">
                <a:moveTo>
                  <a:pt x="0" y="0"/>
                </a:moveTo>
                <a:lnTo>
                  <a:pt x="4270057" y="0"/>
                </a:lnTo>
                <a:lnTo>
                  <a:pt x="4270057" y="2912998"/>
                </a:lnTo>
                <a:lnTo>
                  <a:pt x="0" y="2912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22536" y="3741989"/>
            <a:ext cx="1403043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MA" sz="4800" b="1" dirty="0">
                <a:latin typeface="Bricolage Grotesque SemiBold" panose="020B0604020202020204" charset="0"/>
                <a:cs typeface="Bricolage Grotesque SemiBold" panose="020B0604020202020204" charset="0"/>
              </a:rPr>
              <a:t>Plateforme centralisée de supervision, de gestion des identités et de sécurité basée sur Zabbix, </a:t>
            </a:r>
            <a:r>
              <a:rPr lang="fr-MA" sz="4800" b="1" dirty="0" err="1">
                <a:latin typeface="Bricolage Grotesque SemiBold" panose="020B0604020202020204" charset="0"/>
                <a:cs typeface="Bricolage Grotesque SemiBold" panose="020B0604020202020204" charset="0"/>
              </a:rPr>
              <a:t>Wazuh</a:t>
            </a:r>
            <a:r>
              <a:rPr lang="fr-MA" sz="4800" b="1" dirty="0">
                <a:latin typeface="Bricolage Grotesque SemiBold" panose="020B0604020202020204" charset="0"/>
                <a:cs typeface="Bricolage Grotesque SemiBold" panose="020B0604020202020204" charset="0"/>
              </a:rPr>
              <a:t> et LDAP</a:t>
            </a:r>
            <a:endParaRPr lang="en-US" sz="4800" b="1" dirty="0">
              <a:latin typeface="Bricolage Grotesque SemiBold" panose="020B0604020202020204" charset="0"/>
              <a:cs typeface="Bricolage Grotesque SemiBold" panose="020B060402020202020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2063" y="9637787"/>
            <a:ext cx="7123875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b="1" dirty="0">
                <a:solidFill>
                  <a:srgbClr val="705C40"/>
                </a:solidFill>
                <a:latin typeface="Inter Bold"/>
                <a:ea typeface="Inter Bold"/>
                <a:cs typeface="Inter Bold"/>
                <a:sym typeface="Inter Bold"/>
              </a:rPr>
              <a:t>Soutenu le : 13 October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10000" y="495833"/>
            <a:ext cx="10668000" cy="1982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2"/>
              </a:lnSpc>
            </a:pPr>
            <a:r>
              <a:rPr lang="en-US" sz="3766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UNIVERSITÉ HASSAN 1</a:t>
            </a:r>
          </a:p>
          <a:p>
            <a:pPr algn="ctr">
              <a:lnSpc>
                <a:spcPts val="5272"/>
              </a:lnSpc>
              <a:spcBef>
                <a:spcPct val="0"/>
              </a:spcBef>
            </a:pPr>
            <a:r>
              <a:rPr lang="en-US" sz="3766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FACULTE DES SCIENCES ET TECHNIQUES</a:t>
            </a:r>
          </a:p>
          <a:p>
            <a:pPr algn="ctr">
              <a:lnSpc>
                <a:spcPts val="5272"/>
              </a:lnSpc>
              <a:spcBef>
                <a:spcPct val="0"/>
              </a:spcBef>
            </a:pPr>
            <a:r>
              <a:rPr lang="en-US" sz="3766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-SETTAT-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937" y="524408"/>
            <a:ext cx="306586" cy="397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7435602"/>
            <a:ext cx="3799340" cy="1127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 dirty="0" err="1">
                <a:latin typeface="Inter Bold"/>
                <a:ea typeface="Inter Bold"/>
                <a:cs typeface="Inter Bold"/>
                <a:sym typeface="Inter Bold"/>
              </a:rPr>
              <a:t>Réalisé</a:t>
            </a:r>
            <a:r>
              <a:rPr lang="en-US" sz="3249" b="1" dirty="0">
                <a:latin typeface="Inter Bold"/>
                <a:ea typeface="Inter Bold"/>
                <a:cs typeface="Inter Bold"/>
                <a:sym typeface="Inter Bold"/>
              </a:rPr>
              <a:t> par :</a:t>
            </a:r>
          </a:p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 dirty="0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ANGAR YOUNESS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0" y="6842448"/>
            <a:ext cx="10861551" cy="172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1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Jury: </a:t>
            </a:r>
            <a:r>
              <a:rPr lang="en-US" sz="3251" b="1" dirty="0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      </a:t>
            </a:r>
          </a:p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1" b="1" dirty="0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M. EZZATI                    M. BENALLA                  </a:t>
            </a:r>
          </a:p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1" b="1" dirty="0" err="1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Encadrant</a:t>
            </a:r>
            <a:r>
              <a:rPr lang="en-US" sz="3251" b="1" dirty="0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Co-</a:t>
            </a:r>
            <a:r>
              <a:rPr lang="en-US" sz="3251" b="1" dirty="0" err="1">
                <a:solidFill>
                  <a:srgbClr val="B99470"/>
                </a:solidFill>
                <a:latin typeface="Inter Bold"/>
                <a:ea typeface="Inter Bold"/>
                <a:cs typeface="Inter Bold"/>
                <a:sym typeface="Inter Bold"/>
              </a:rPr>
              <a:t>Encadrant</a:t>
            </a:r>
            <a:endParaRPr lang="en-US" sz="3251" b="1" dirty="0">
              <a:solidFill>
                <a:srgbClr val="B9947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914400" y="0"/>
            <a:ext cx="2560976" cy="10553699"/>
            <a:chOff x="0" y="0"/>
            <a:chExt cx="1115122" cy="13609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5122" cy="1360932"/>
            </a:xfrm>
            <a:custGeom>
              <a:avLst/>
              <a:gdLst/>
              <a:ahLst/>
              <a:cxnLst/>
              <a:rect l="l" t="t" r="r" b="b"/>
              <a:pathLst>
                <a:path w="1115122" h="1360932">
                  <a:moveTo>
                    <a:pt x="0" y="0"/>
                  </a:moveTo>
                  <a:lnTo>
                    <a:pt x="1115122" y="0"/>
                  </a:lnTo>
                  <a:lnTo>
                    <a:pt x="1115122" y="1360932"/>
                  </a:lnTo>
                  <a:lnTo>
                    <a:pt x="0" y="136093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15122" cy="14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1838803" y="9258300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8700" y="404228"/>
            <a:ext cx="12240089" cy="168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50"/>
              </a:lnSpc>
              <a:spcBef>
                <a:spcPct val="0"/>
              </a:spcBef>
            </a:pPr>
            <a:r>
              <a:rPr lang="en-US" sz="9321" b="1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4490F68-A240-1BE9-713E-29C84A653D2F}"/>
              </a:ext>
            </a:extLst>
          </p:cNvPr>
          <p:cNvGrpSpPr/>
          <p:nvPr/>
        </p:nvGrpSpPr>
        <p:grpSpPr>
          <a:xfrm>
            <a:off x="1913845" y="7078980"/>
            <a:ext cx="9023278" cy="731520"/>
            <a:chOff x="251460" y="5798820"/>
            <a:chExt cx="9023278" cy="739140"/>
          </a:xfrm>
        </p:grpSpPr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96C32F94-E5B2-3CCA-06B6-4EA4900A676D}"/>
                </a:ext>
              </a:extLst>
            </p:cNvPr>
            <p:cNvSpPr txBox="1"/>
            <p:nvPr/>
          </p:nvSpPr>
          <p:spPr>
            <a:xfrm>
              <a:off x="1280160" y="5916930"/>
              <a:ext cx="7994578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04000"/>
                </a:lnSpc>
              </a:pP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Gestion </a:t>
              </a: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centralisée</a:t>
              </a: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 des </a:t>
              </a: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identités</a:t>
              </a: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 </a:t>
              </a:r>
              <a:endParaRPr lang="en-US" sz="3200" b="1" dirty="0"/>
            </a:p>
          </p:txBody>
        </p: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4C972F87-101B-5889-D097-6D95528895FE}"/>
                </a:ext>
              </a:extLst>
            </p:cNvPr>
            <p:cNvSpPr/>
            <p:nvPr/>
          </p:nvSpPr>
          <p:spPr>
            <a:xfrm>
              <a:off x="251460" y="5798820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4EC755-D949-C3D7-98AB-B9664A35DFD0}"/>
              </a:ext>
            </a:extLst>
          </p:cNvPr>
          <p:cNvGrpSpPr/>
          <p:nvPr/>
        </p:nvGrpSpPr>
        <p:grpSpPr>
          <a:xfrm>
            <a:off x="1913845" y="6226662"/>
            <a:ext cx="7139940" cy="731520"/>
            <a:chOff x="251460" y="4793361"/>
            <a:chExt cx="7139940" cy="739140"/>
          </a:xfrm>
        </p:grpSpPr>
        <p:sp>
          <p:nvSpPr>
            <p:cNvPr id="40" name="Text 16">
              <a:extLst>
                <a:ext uri="{FF2B5EF4-FFF2-40B4-BE49-F238E27FC236}">
                  <a16:creationId xmlns:a16="http://schemas.microsoft.com/office/drawing/2014/main" id="{973A3053-979A-69D9-A300-1A2045E96664}"/>
                </a:ext>
              </a:extLst>
            </p:cNvPr>
            <p:cNvSpPr txBox="1"/>
            <p:nvPr/>
          </p:nvSpPr>
          <p:spPr>
            <a:xfrm>
              <a:off x="1280160" y="4911471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04000"/>
                </a:lnSpc>
              </a:pP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Répartition</a:t>
              </a: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 des </a:t>
              </a: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rôles</a:t>
              </a:r>
              <a:endParaRPr lang="en-US" sz="3200" b="1" dirty="0"/>
            </a:p>
          </p:txBody>
        </p:sp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4E74CAF4-CD4E-D399-51BB-53DBBDA3C96C}"/>
                </a:ext>
              </a:extLst>
            </p:cNvPr>
            <p:cNvSpPr/>
            <p:nvPr/>
          </p:nvSpPr>
          <p:spPr>
            <a:xfrm>
              <a:off x="251460" y="4793361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D1719E-60D5-5D6E-4719-1CAEC8E11895}"/>
              </a:ext>
            </a:extLst>
          </p:cNvPr>
          <p:cNvGrpSpPr/>
          <p:nvPr/>
        </p:nvGrpSpPr>
        <p:grpSpPr>
          <a:xfrm>
            <a:off x="1913845" y="5374343"/>
            <a:ext cx="7139940" cy="731520"/>
            <a:chOff x="251460" y="3875532"/>
            <a:chExt cx="7139940" cy="739140"/>
          </a:xfrm>
        </p:grpSpPr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898B865D-3C7B-E85F-09F3-35D65C649058}"/>
                </a:ext>
              </a:extLst>
            </p:cNvPr>
            <p:cNvSpPr txBox="1"/>
            <p:nvPr/>
          </p:nvSpPr>
          <p:spPr>
            <a:xfrm>
              <a:off x="1280160" y="3993642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</a:rPr>
                <a:t>Architecture de la solution</a:t>
              </a:r>
            </a:p>
          </p:txBody>
        </p:sp>
        <p:sp>
          <p:nvSpPr>
            <p:cNvPr id="44" name="Shape 17">
              <a:extLst>
                <a:ext uri="{FF2B5EF4-FFF2-40B4-BE49-F238E27FC236}">
                  <a16:creationId xmlns:a16="http://schemas.microsoft.com/office/drawing/2014/main" id="{7C9FA35F-6CF0-CA30-980D-85C3AAD739F7}"/>
                </a:ext>
              </a:extLst>
            </p:cNvPr>
            <p:cNvSpPr/>
            <p:nvPr/>
          </p:nvSpPr>
          <p:spPr>
            <a:xfrm>
              <a:off x="251460" y="3875532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50D09B-3BCE-6A65-B5D7-59473BCD83D0}"/>
              </a:ext>
            </a:extLst>
          </p:cNvPr>
          <p:cNvGrpSpPr/>
          <p:nvPr/>
        </p:nvGrpSpPr>
        <p:grpSpPr>
          <a:xfrm>
            <a:off x="1913845" y="4522024"/>
            <a:ext cx="7139940" cy="731520"/>
            <a:chOff x="251460" y="3162082"/>
            <a:chExt cx="7139940" cy="739140"/>
          </a:xfrm>
        </p:grpSpPr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555B2EC7-4015-B46A-3A53-69C899A5C8D5}"/>
                </a:ext>
              </a:extLst>
            </p:cNvPr>
            <p:cNvSpPr txBox="1"/>
            <p:nvPr/>
          </p:nvSpPr>
          <p:spPr>
            <a:xfrm>
              <a:off x="1280160" y="3280192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</a:rPr>
                <a:t>Objectifs</a:t>
              </a: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</a:rPr>
                <a:t> du </a:t>
              </a: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</a:rPr>
                <a:t>projet</a:t>
              </a:r>
              <a:endParaRPr lang="en-US" sz="3200" b="1" dirty="0">
                <a:solidFill>
                  <a:srgbClr val="2C2926"/>
                </a:solidFill>
                <a:latin typeface="Bricolage Grotesque SemiBold" pitchFamily="34" charset="0"/>
              </a:endParaRPr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E51C196F-23C8-2C98-569E-FA76160A275A}"/>
                </a:ext>
              </a:extLst>
            </p:cNvPr>
            <p:cNvSpPr/>
            <p:nvPr/>
          </p:nvSpPr>
          <p:spPr>
            <a:xfrm>
              <a:off x="251460" y="3162082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71826CF-A64A-09E4-19D2-7FE4D50A7D86}"/>
              </a:ext>
            </a:extLst>
          </p:cNvPr>
          <p:cNvGrpSpPr/>
          <p:nvPr/>
        </p:nvGrpSpPr>
        <p:grpSpPr>
          <a:xfrm>
            <a:off x="1913845" y="3669705"/>
            <a:ext cx="7139940" cy="731520"/>
            <a:chOff x="251460" y="2376515"/>
            <a:chExt cx="7139940" cy="739140"/>
          </a:xfrm>
        </p:grpSpPr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EE5E74E2-CF50-6A5C-6AE9-431AF67B667D}"/>
                </a:ext>
              </a:extLst>
            </p:cNvPr>
            <p:cNvSpPr txBox="1"/>
            <p:nvPr/>
          </p:nvSpPr>
          <p:spPr>
            <a:xfrm>
              <a:off x="1280160" y="2494625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</a:rPr>
                <a:t>Problématique</a:t>
              </a:r>
              <a:endParaRPr lang="en-US" sz="3200" b="1" dirty="0">
                <a:solidFill>
                  <a:srgbClr val="2C2926"/>
                </a:solidFill>
                <a:latin typeface="Bricolage Grotesque SemiBold" pitchFamily="34" charset="0"/>
              </a:endParaRPr>
            </a:p>
          </p:txBody>
        </p:sp>
        <p:sp>
          <p:nvSpPr>
            <p:cNvPr id="50" name="Shape 17">
              <a:extLst>
                <a:ext uri="{FF2B5EF4-FFF2-40B4-BE49-F238E27FC236}">
                  <a16:creationId xmlns:a16="http://schemas.microsoft.com/office/drawing/2014/main" id="{36C75F23-08DE-562F-70AE-E21F2332996C}"/>
                </a:ext>
              </a:extLst>
            </p:cNvPr>
            <p:cNvSpPr/>
            <p:nvPr/>
          </p:nvSpPr>
          <p:spPr>
            <a:xfrm>
              <a:off x="251460" y="2376515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921BB02-2FC0-32EF-F577-84ACDB6F5826}"/>
              </a:ext>
            </a:extLst>
          </p:cNvPr>
          <p:cNvGrpSpPr/>
          <p:nvPr/>
        </p:nvGrpSpPr>
        <p:grpSpPr>
          <a:xfrm>
            <a:off x="1913845" y="2817386"/>
            <a:ext cx="7139940" cy="731520"/>
            <a:chOff x="251460" y="1537226"/>
            <a:chExt cx="7139940" cy="739140"/>
          </a:xfrm>
        </p:grpSpPr>
        <p:sp>
          <p:nvSpPr>
            <p:cNvPr id="52" name="Text 4">
              <a:extLst>
                <a:ext uri="{FF2B5EF4-FFF2-40B4-BE49-F238E27FC236}">
                  <a16:creationId xmlns:a16="http://schemas.microsoft.com/office/drawing/2014/main" id="{91846B0E-DB7A-CB81-07CD-7C205B8C2B88}"/>
                </a:ext>
              </a:extLst>
            </p:cNvPr>
            <p:cNvSpPr txBox="1"/>
            <p:nvPr/>
          </p:nvSpPr>
          <p:spPr>
            <a:xfrm>
              <a:off x="1280160" y="1655336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</a:rPr>
                <a:t>Contexte</a:t>
              </a:r>
              <a:r>
                <a:rPr lang="en-US" sz="3200" b="1" dirty="0">
                  <a:solidFill>
                    <a:srgbClr val="2C2926"/>
                  </a:solidFill>
                  <a:latin typeface="Bricolage Grotesque SemiBold" pitchFamily="34" charset="0"/>
                </a:rPr>
                <a:t> &amp; </a:t>
              </a:r>
              <a:r>
                <a:rPr lang="en-US" sz="3200" b="1" dirty="0" err="1">
                  <a:solidFill>
                    <a:srgbClr val="2C2926"/>
                  </a:solidFill>
                  <a:latin typeface="Bricolage Grotesque SemiBold" pitchFamily="34" charset="0"/>
                </a:rPr>
                <a:t>Besoin</a:t>
              </a:r>
              <a:endParaRPr lang="en-US" sz="3200" b="1" dirty="0">
                <a:solidFill>
                  <a:srgbClr val="2C2926"/>
                </a:solidFill>
                <a:latin typeface="Bricolage Grotesque SemiBold" pitchFamily="34" charset="0"/>
              </a:endParaRPr>
            </a:p>
          </p:txBody>
        </p:sp>
        <p:sp>
          <p:nvSpPr>
            <p:cNvPr id="53" name="Shape 17">
              <a:extLst>
                <a:ext uri="{FF2B5EF4-FFF2-40B4-BE49-F238E27FC236}">
                  <a16:creationId xmlns:a16="http://schemas.microsoft.com/office/drawing/2014/main" id="{1C8B139E-78FA-7FBE-C7F7-BEACDC4694E7}"/>
                </a:ext>
              </a:extLst>
            </p:cNvPr>
            <p:cNvSpPr/>
            <p:nvPr/>
          </p:nvSpPr>
          <p:spPr>
            <a:xfrm>
              <a:off x="251460" y="1537226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E35A3A8-A576-468D-C1F9-BA3AA2D983C9}"/>
              </a:ext>
            </a:extLst>
          </p:cNvPr>
          <p:cNvGrpSpPr/>
          <p:nvPr/>
        </p:nvGrpSpPr>
        <p:grpSpPr>
          <a:xfrm>
            <a:off x="10372045" y="6464352"/>
            <a:ext cx="7306355" cy="731520"/>
            <a:chOff x="8863285" y="5241689"/>
            <a:chExt cx="7306355" cy="739140"/>
          </a:xfrm>
        </p:grpSpPr>
        <p:sp>
          <p:nvSpPr>
            <p:cNvPr id="55" name="Text 34">
              <a:extLst>
                <a:ext uri="{FF2B5EF4-FFF2-40B4-BE49-F238E27FC236}">
                  <a16:creationId xmlns:a16="http://schemas.microsoft.com/office/drawing/2014/main" id="{2E0A7EFA-8442-7228-C4A5-C547D2D98F5C}"/>
                </a:ext>
              </a:extLst>
            </p:cNvPr>
            <p:cNvSpPr txBox="1"/>
            <p:nvPr/>
          </p:nvSpPr>
          <p:spPr>
            <a:xfrm>
              <a:off x="10058400" y="5359799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>
                  <a:latin typeface="Bricolage Grotesque SemiBold" panose="020B0604020202020204" charset="0"/>
                </a:rPr>
                <a:t>Conclusion</a:t>
              </a:r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06664BDD-8BAD-5FAA-EFC5-62295F24CCEA}"/>
                </a:ext>
              </a:extLst>
            </p:cNvPr>
            <p:cNvSpPr/>
            <p:nvPr/>
          </p:nvSpPr>
          <p:spPr>
            <a:xfrm>
              <a:off x="8863285" y="5241689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29777F6-B56E-51AE-5C5E-1D84078918F2}"/>
              </a:ext>
            </a:extLst>
          </p:cNvPr>
          <p:cNvGrpSpPr/>
          <p:nvPr/>
        </p:nvGrpSpPr>
        <p:grpSpPr>
          <a:xfrm>
            <a:off x="10372045" y="5648196"/>
            <a:ext cx="7306355" cy="731520"/>
            <a:chOff x="8863285" y="4286195"/>
            <a:chExt cx="7306355" cy="739140"/>
          </a:xfrm>
        </p:grpSpPr>
        <p:sp>
          <p:nvSpPr>
            <p:cNvPr id="58" name="Text 31">
              <a:extLst>
                <a:ext uri="{FF2B5EF4-FFF2-40B4-BE49-F238E27FC236}">
                  <a16:creationId xmlns:a16="http://schemas.microsoft.com/office/drawing/2014/main" id="{2B318C68-1AA7-89D7-47CD-D4A408DFCBD0}"/>
                </a:ext>
              </a:extLst>
            </p:cNvPr>
            <p:cNvSpPr txBox="1"/>
            <p:nvPr/>
          </p:nvSpPr>
          <p:spPr>
            <a:xfrm>
              <a:off x="10058400" y="4404305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 err="1">
                  <a:latin typeface="Bricolage Grotesque SemiBold" panose="020B0604020202020204" charset="0"/>
                </a:rPr>
                <a:t>Limites</a:t>
              </a:r>
              <a:r>
                <a:rPr lang="en-US" sz="3200" b="1" dirty="0">
                  <a:latin typeface="Bricolage Grotesque SemiBold" panose="020B0604020202020204" charset="0"/>
                </a:rPr>
                <a:t>  &amp;  Perspectives </a:t>
              </a:r>
            </a:p>
          </p:txBody>
        </p:sp>
        <p:sp>
          <p:nvSpPr>
            <p:cNvPr id="59" name="Shape 17">
              <a:extLst>
                <a:ext uri="{FF2B5EF4-FFF2-40B4-BE49-F238E27FC236}">
                  <a16:creationId xmlns:a16="http://schemas.microsoft.com/office/drawing/2014/main" id="{1379A24C-6F2B-1290-9810-FF04164F82E0}"/>
                </a:ext>
              </a:extLst>
            </p:cNvPr>
            <p:cNvSpPr/>
            <p:nvPr/>
          </p:nvSpPr>
          <p:spPr>
            <a:xfrm>
              <a:off x="8863285" y="4286195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DB01B97-8A01-9BEB-5B48-16607A085159}"/>
              </a:ext>
            </a:extLst>
          </p:cNvPr>
          <p:cNvGrpSpPr/>
          <p:nvPr/>
        </p:nvGrpSpPr>
        <p:grpSpPr>
          <a:xfrm>
            <a:off x="10372045" y="4832039"/>
            <a:ext cx="7306355" cy="731520"/>
            <a:chOff x="8863285" y="3600668"/>
            <a:chExt cx="7306355" cy="739140"/>
          </a:xfrm>
        </p:grpSpPr>
        <p:sp>
          <p:nvSpPr>
            <p:cNvPr id="61" name="Text 28">
              <a:extLst>
                <a:ext uri="{FF2B5EF4-FFF2-40B4-BE49-F238E27FC236}">
                  <a16:creationId xmlns:a16="http://schemas.microsoft.com/office/drawing/2014/main" id="{B13B7AA9-2BF6-AC83-79CC-3CBBE072F362}"/>
                </a:ext>
              </a:extLst>
            </p:cNvPr>
            <p:cNvSpPr txBox="1"/>
            <p:nvPr/>
          </p:nvSpPr>
          <p:spPr>
            <a:xfrm>
              <a:off x="10058400" y="3718778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 err="1">
                  <a:latin typeface="Bricolage Grotesque SemiBold" panose="020B0604020202020204" charset="0"/>
                </a:rPr>
                <a:t>Résultats</a:t>
              </a:r>
              <a:r>
                <a:rPr lang="en-US" sz="3200" b="1" dirty="0">
                  <a:latin typeface="Bricolage Grotesque SemiBold" panose="020B0604020202020204" charset="0"/>
                </a:rPr>
                <a:t> </a:t>
              </a:r>
              <a:r>
                <a:rPr lang="en-US" sz="3200" b="1" dirty="0" err="1">
                  <a:latin typeface="Bricolage Grotesque SemiBold" panose="020B0604020202020204" charset="0"/>
                </a:rPr>
                <a:t>obtenus</a:t>
              </a:r>
              <a:endParaRPr lang="en-US" sz="3200" b="1" dirty="0">
                <a:latin typeface="Bricolage Grotesque SemiBold" panose="020B0604020202020204" charset="0"/>
              </a:endParaRPr>
            </a:p>
          </p:txBody>
        </p:sp>
        <p:sp>
          <p:nvSpPr>
            <p:cNvPr id="62" name="Shape 17">
              <a:extLst>
                <a:ext uri="{FF2B5EF4-FFF2-40B4-BE49-F238E27FC236}">
                  <a16:creationId xmlns:a16="http://schemas.microsoft.com/office/drawing/2014/main" id="{97918CFC-646D-85AA-3B31-1E7099F1CF8C}"/>
                </a:ext>
              </a:extLst>
            </p:cNvPr>
            <p:cNvSpPr/>
            <p:nvPr/>
          </p:nvSpPr>
          <p:spPr>
            <a:xfrm>
              <a:off x="8863285" y="3600668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38D4BA-8D2C-29BB-3C43-00A30B511EEB}"/>
              </a:ext>
            </a:extLst>
          </p:cNvPr>
          <p:cNvGrpSpPr/>
          <p:nvPr/>
        </p:nvGrpSpPr>
        <p:grpSpPr>
          <a:xfrm>
            <a:off x="10372045" y="4015882"/>
            <a:ext cx="7306355" cy="731520"/>
            <a:chOff x="8863285" y="2840301"/>
            <a:chExt cx="7306355" cy="739140"/>
          </a:xfrm>
        </p:grpSpPr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9AD16695-0568-5B78-1349-58DBE8AE1094}"/>
                </a:ext>
              </a:extLst>
            </p:cNvPr>
            <p:cNvSpPr txBox="1"/>
            <p:nvPr/>
          </p:nvSpPr>
          <p:spPr>
            <a:xfrm>
              <a:off x="10058400" y="2958411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>
                  <a:latin typeface="Bricolage Grotesque SemiBold" panose="020B0604020202020204" charset="0"/>
                </a:rPr>
                <a:t>Sécurité avec </a:t>
              </a:r>
              <a:r>
                <a:rPr lang="en-US" sz="3200" b="1" dirty="0" err="1">
                  <a:latin typeface="Bricolage Grotesque SemiBold" panose="020B0604020202020204" charset="0"/>
                </a:rPr>
                <a:t>Wazuh</a:t>
              </a:r>
              <a:endParaRPr lang="en-US" sz="2800" b="1" dirty="0"/>
            </a:p>
          </p:txBody>
        </p:sp>
        <p:sp>
          <p:nvSpPr>
            <p:cNvPr id="65" name="Shape 17">
              <a:extLst>
                <a:ext uri="{FF2B5EF4-FFF2-40B4-BE49-F238E27FC236}">
                  <a16:creationId xmlns:a16="http://schemas.microsoft.com/office/drawing/2014/main" id="{B655D9C3-DFCC-2E41-64FC-99C726865A7E}"/>
                </a:ext>
              </a:extLst>
            </p:cNvPr>
            <p:cNvSpPr/>
            <p:nvPr/>
          </p:nvSpPr>
          <p:spPr>
            <a:xfrm>
              <a:off x="8863285" y="2840301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1641A7E-B80C-2685-8F9D-934D06901C94}"/>
              </a:ext>
            </a:extLst>
          </p:cNvPr>
          <p:cNvGrpSpPr/>
          <p:nvPr/>
        </p:nvGrpSpPr>
        <p:grpSpPr>
          <a:xfrm>
            <a:off x="10372045" y="3199726"/>
            <a:ext cx="7306355" cy="731520"/>
            <a:chOff x="8863285" y="1977063"/>
            <a:chExt cx="7306355" cy="739140"/>
          </a:xfrm>
        </p:grpSpPr>
        <p:sp>
          <p:nvSpPr>
            <p:cNvPr id="67" name="Text 22">
              <a:extLst>
                <a:ext uri="{FF2B5EF4-FFF2-40B4-BE49-F238E27FC236}">
                  <a16:creationId xmlns:a16="http://schemas.microsoft.com/office/drawing/2014/main" id="{1B7809B8-05F9-D103-5D57-AED2B56CB9DD}"/>
                </a:ext>
              </a:extLst>
            </p:cNvPr>
            <p:cNvSpPr txBox="1"/>
            <p:nvPr/>
          </p:nvSpPr>
          <p:spPr>
            <a:xfrm>
              <a:off x="10058400" y="2095173"/>
              <a:ext cx="6111240" cy="502920"/>
            </a:xfrm>
            <a:prstGeom prst="notchedRightArrow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b="1" dirty="0">
                  <a:latin typeface="Bricolage Grotesque SemiBold" panose="020B0604020202020204" charset="0"/>
                </a:rPr>
                <a:t>Supervision avec Zabbix</a:t>
              </a:r>
            </a:p>
          </p:txBody>
        </p:sp>
        <p:sp>
          <p:nvSpPr>
            <p:cNvPr id="68" name="Shape 17">
              <a:extLst>
                <a:ext uri="{FF2B5EF4-FFF2-40B4-BE49-F238E27FC236}">
                  <a16:creationId xmlns:a16="http://schemas.microsoft.com/office/drawing/2014/main" id="{ECCB6613-143D-7E36-6C81-2B7387771FC1}"/>
                </a:ext>
              </a:extLst>
            </p:cNvPr>
            <p:cNvSpPr/>
            <p:nvPr/>
          </p:nvSpPr>
          <p:spPr>
            <a:xfrm>
              <a:off x="8863285" y="1977063"/>
              <a:ext cx="739140" cy="739140"/>
            </a:xfrm>
            <a:prstGeom prst="notched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29580" y="-319462"/>
            <a:ext cx="8607914" cy="10979045"/>
            <a:chOff x="0" y="0"/>
            <a:chExt cx="2267105" cy="289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105" cy="2891600"/>
            </a:xfrm>
            <a:custGeom>
              <a:avLst/>
              <a:gdLst/>
              <a:ahLst/>
              <a:cxnLst/>
              <a:rect l="l" t="t" r="r" b="b"/>
              <a:pathLst>
                <a:path w="2267105" h="2891600">
                  <a:moveTo>
                    <a:pt x="0" y="0"/>
                  </a:moveTo>
                  <a:lnTo>
                    <a:pt x="2267105" y="0"/>
                  </a:lnTo>
                  <a:lnTo>
                    <a:pt x="2267105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67105" cy="2939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31726" y="568212"/>
            <a:ext cx="3086100" cy="1178743"/>
            <a:chOff x="0" y="0"/>
            <a:chExt cx="812800" cy="310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10451"/>
            </a:xfrm>
            <a:custGeom>
              <a:avLst/>
              <a:gdLst/>
              <a:ahLst/>
              <a:cxnLst/>
              <a:rect l="l" t="t" r="r" b="b"/>
              <a:pathLst>
                <a:path w="812800" h="310451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3" name="Text 0">
            <a:extLst>
              <a:ext uri="{FF2B5EF4-FFF2-40B4-BE49-F238E27FC236}">
                <a16:creationId xmlns:a16="http://schemas.microsoft.com/office/drawing/2014/main" id="{4DECF3F9-5E5D-6B18-AE2D-CD4710198F2F}"/>
              </a:ext>
            </a:extLst>
          </p:cNvPr>
          <p:cNvSpPr/>
          <p:nvPr/>
        </p:nvSpPr>
        <p:spPr>
          <a:xfrm>
            <a:off x="1434906" y="788315"/>
            <a:ext cx="7099493" cy="95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Contexte &amp; Besoin</a:t>
            </a:r>
            <a:endParaRPr lang="en-US" sz="6000" b="1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18139F9-28B7-2A34-7962-F8FE17551FBF}"/>
              </a:ext>
            </a:extLst>
          </p:cNvPr>
          <p:cNvSpPr/>
          <p:nvPr/>
        </p:nvSpPr>
        <p:spPr>
          <a:xfrm>
            <a:off x="10635110" y="2870562"/>
            <a:ext cx="7396853" cy="542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infrastructures modernes exigent une gestion centralisée des utilisateurs, une supervision continue des systèmes et services, une surveillance des événements de sécurité et un mécanisme fiable de détection/notification des incidents. Ces fonctions sont souvent fragmentées entre plusieurs outils, augmentant la complexité opérationnelle et les risques.</a:t>
            </a:r>
            <a:endParaRPr lang="en-US" sz="2800" dirty="0"/>
          </a:p>
        </p:txBody>
      </p:sp>
      <p:pic>
        <p:nvPicPr>
          <p:cNvPr id="18" name="Picture 17" descr="Qu'est-ce que l'infrastructure informatique d'une entreprise ?">
            <a:extLst>
              <a:ext uri="{FF2B5EF4-FFF2-40B4-BE49-F238E27FC236}">
                <a16:creationId xmlns:a16="http://schemas.microsoft.com/office/drawing/2014/main" id="{CEBBD688-4A6A-0114-CD4D-37EE635FF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90" y="2856411"/>
            <a:ext cx="9209621" cy="5753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-476590"/>
            <a:ext cx="9225057" cy="11240179"/>
            <a:chOff x="0" y="0"/>
            <a:chExt cx="2429645" cy="2960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9645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69479" y="306453"/>
            <a:ext cx="3952245" cy="39522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9009" y="3538335"/>
            <a:ext cx="3581382" cy="358138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00391" y="5609511"/>
            <a:ext cx="3353787" cy="335378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76175" y="8629924"/>
            <a:ext cx="865220" cy="86522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82142" y="9001360"/>
            <a:ext cx="1902376" cy="2989982"/>
          </a:xfrm>
          <a:custGeom>
            <a:avLst/>
            <a:gdLst/>
            <a:ahLst/>
            <a:cxnLst/>
            <a:rect l="l" t="t" r="r" b="b"/>
            <a:pathLst>
              <a:path w="1902376" h="2989982">
                <a:moveTo>
                  <a:pt x="0" y="0"/>
                </a:moveTo>
                <a:lnTo>
                  <a:pt x="1902376" y="0"/>
                </a:lnTo>
                <a:lnTo>
                  <a:pt x="1902376" y="2989981"/>
                </a:lnTo>
                <a:lnTo>
                  <a:pt x="0" y="2989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4075172" y="2158589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7">
            <a:extLst>
              <a:ext uri="{FF2B5EF4-FFF2-40B4-BE49-F238E27FC236}">
                <a16:creationId xmlns:a16="http://schemas.microsoft.com/office/drawing/2014/main" id="{F915D039-8497-404F-9648-0CDF525B63BE}"/>
              </a:ext>
            </a:extLst>
          </p:cNvPr>
          <p:cNvGrpSpPr/>
          <p:nvPr/>
        </p:nvGrpSpPr>
        <p:grpSpPr>
          <a:xfrm>
            <a:off x="10886041" y="-589372"/>
            <a:ext cx="3086100" cy="1178743"/>
            <a:chOff x="0" y="0"/>
            <a:chExt cx="812800" cy="310451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7D6F8567-D338-4969-8EFE-CB86FCA0DFBB}"/>
                </a:ext>
              </a:extLst>
            </p:cNvPr>
            <p:cNvSpPr/>
            <p:nvPr/>
          </p:nvSpPr>
          <p:spPr>
            <a:xfrm>
              <a:off x="0" y="0"/>
              <a:ext cx="812800" cy="310451"/>
            </a:xfrm>
            <a:custGeom>
              <a:avLst/>
              <a:gdLst/>
              <a:ahLst/>
              <a:cxnLst/>
              <a:rect l="l" t="t" r="r" b="b"/>
              <a:pathLst>
                <a:path w="812800" h="310451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21081146-D506-4BDE-9FD9-A7908D506677}"/>
                </a:ext>
              </a:extLst>
            </p:cNvPr>
            <p:cNvSpPr txBox="1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4" name="Text 0">
            <a:extLst>
              <a:ext uri="{FF2B5EF4-FFF2-40B4-BE49-F238E27FC236}">
                <a16:creationId xmlns:a16="http://schemas.microsoft.com/office/drawing/2014/main" id="{81488B7D-F8FF-A5D3-D4A7-59E67F81C870}"/>
              </a:ext>
            </a:extLst>
          </p:cNvPr>
          <p:cNvSpPr/>
          <p:nvPr/>
        </p:nvSpPr>
        <p:spPr>
          <a:xfrm>
            <a:off x="8546978" y="1075740"/>
            <a:ext cx="5425163" cy="9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Problématique</a:t>
            </a:r>
            <a:endParaRPr lang="en-US" sz="6000" b="1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86AC9528-A45D-57CD-0CD0-9DFFE62A4AD9}"/>
              </a:ext>
            </a:extLst>
          </p:cNvPr>
          <p:cNvSpPr/>
          <p:nvPr/>
        </p:nvSpPr>
        <p:spPr>
          <a:xfrm>
            <a:off x="8641141" y="2992750"/>
            <a:ext cx="8052052" cy="1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Comment concevoir et déployer une </a:t>
            </a:r>
            <a:r>
              <a:rPr lang="en-US" sz="2800" dirty="0" err="1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plateforme</a:t>
            </a: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capable de :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DEE389ED-1837-046C-7EF8-AAF14B14A500}"/>
              </a:ext>
            </a:extLst>
          </p:cNvPr>
          <p:cNvSpPr/>
          <p:nvPr/>
        </p:nvSpPr>
        <p:spPr>
          <a:xfrm>
            <a:off x="8604130" y="4678034"/>
            <a:ext cx="8075719" cy="3591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Centraliser la gestion des identités (LDAP) ;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Superviser ressources et services (Zabbix) ;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Collecter, analyser et corréler les événements de sécurité (Wazuh) ;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Détecter anomalies et générer des alertes automatisées.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989667" y="954218"/>
            <a:ext cx="3086100" cy="1178743"/>
            <a:chOff x="0" y="0"/>
            <a:chExt cx="812800" cy="3104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10451"/>
            </a:xfrm>
            <a:custGeom>
              <a:avLst/>
              <a:gdLst/>
              <a:ahLst/>
              <a:cxnLst/>
              <a:rect l="l" t="t" r="r" b="b"/>
              <a:pathLst>
                <a:path w="812800" h="310451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904159" y="-531680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39"/>
                </a:lnTo>
                <a:lnTo>
                  <a:pt x="0" y="2483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115EED-8954-9603-7190-1FDBD48C5F51}"/>
              </a:ext>
            </a:extLst>
          </p:cNvPr>
          <p:cNvGrpSpPr/>
          <p:nvPr/>
        </p:nvGrpSpPr>
        <p:grpSpPr>
          <a:xfrm>
            <a:off x="5910359" y="6506161"/>
            <a:ext cx="5067457" cy="2993353"/>
            <a:chOff x="6779274" y="6576619"/>
            <a:chExt cx="5067457" cy="2993353"/>
          </a:xfrm>
        </p:grpSpPr>
        <p:grpSp>
          <p:nvGrpSpPr>
            <p:cNvPr id="7" name="Group 7"/>
            <p:cNvGrpSpPr/>
            <p:nvPr/>
          </p:nvGrpSpPr>
          <p:grpSpPr>
            <a:xfrm>
              <a:off x="6779274" y="6576619"/>
              <a:ext cx="5067457" cy="2993353"/>
              <a:chOff x="0" y="0"/>
              <a:chExt cx="1334639" cy="17709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34639" cy="1770930"/>
              </a:xfrm>
              <a:custGeom>
                <a:avLst/>
                <a:gdLst/>
                <a:ahLst/>
                <a:cxnLst/>
                <a:rect l="l" t="t" r="r" b="b"/>
                <a:pathLst>
                  <a:path w="1334639" h="1770930">
                    <a:moveTo>
                      <a:pt x="0" y="0"/>
                    </a:moveTo>
                    <a:lnTo>
                      <a:pt x="1334639" y="0"/>
                    </a:lnTo>
                    <a:lnTo>
                      <a:pt x="1334639" y="1770930"/>
                    </a:lnTo>
                    <a:lnTo>
                      <a:pt x="0" y="1770930"/>
                    </a:lnTo>
                    <a:close/>
                  </a:path>
                </a:pathLst>
              </a:custGeom>
              <a:solidFill>
                <a:srgbClr val="BCA37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34639" cy="18185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F0C3C6C-A46E-2331-DCA1-E05FEF7EC29F}"/>
                </a:ext>
              </a:extLst>
            </p:cNvPr>
            <p:cNvGrpSpPr/>
            <p:nvPr/>
          </p:nvGrpSpPr>
          <p:grpSpPr>
            <a:xfrm>
              <a:off x="7241623" y="6779553"/>
              <a:ext cx="2676293" cy="311934"/>
              <a:chOff x="6968572" y="6111488"/>
              <a:chExt cx="2676293" cy="311934"/>
            </a:xfrm>
          </p:grpSpPr>
          <p:grpSp>
            <p:nvGrpSpPr>
              <p:cNvPr id="26" name="Group 26"/>
              <p:cNvGrpSpPr/>
              <p:nvPr/>
            </p:nvGrpSpPr>
            <p:grpSpPr>
              <a:xfrm rot="5400000">
                <a:off x="6951639" y="6169421"/>
                <a:ext cx="270934" cy="237067"/>
                <a:chOff x="0" y="0"/>
                <a:chExt cx="812800" cy="7112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0" y="0"/>
                  <a:ext cx="812800" cy="7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711200">
                      <a:moveTo>
                        <a:pt x="406400" y="0"/>
                      </a:moveTo>
                      <a:lnTo>
                        <a:pt x="812800" y="711200"/>
                      </a:lnTo>
                      <a:lnTo>
                        <a:pt x="0" y="711200"/>
                      </a:lnTo>
                      <a:lnTo>
                        <a:pt x="406400" y="0"/>
                      </a:lnTo>
                      <a:close/>
                    </a:path>
                  </a:pathLst>
                </a:custGeom>
                <a:solidFill>
                  <a:srgbClr val="EAD6B8"/>
                </a:solidFill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7000" y="282575"/>
                  <a:ext cx="558800" cy="3778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  <p:sp>
            <p:nvSpPr>
              <p:cNvPr id="46" name="Text 11">
                <a:extLst>
                  <a:ext uri="{FF2B5EF4-FFF2-40B4-BE49-F238E27FC236}">
                    <a16:creationId xmlns:a16="http://schemas.microsoft.com/office/drawing/2014/main" id="{5F4B4A5E-4CB4-8059-7C39-4A1336745940}"/>
                  </a:ext>
                </a:extLst>
              </p:cNvPr>
              <p:cNvSpPr/>
              <p:nvPr/>
            </p:nvSpPr>
            <p:spPr>
              <a:xfrm>
                <a:off x="7394938" y="6111488"/>
                <a:ext cx="2249927" cy="2584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2800" b="1" dirty="0">
                    <a:solidFill>
                      <a:srgbClr val="2C2926"/>
                    </a:solidFill>
                    <a:latin typeface="Bricolage Grotesque SemiBold" pitchFamily="34" charset="0"/>
                    <a:ea typeface="Bricolage Grotesque SemiBold" pitchFamily="34" charset="-122"/>
                    <a:cs typeface="Bricolage Grotesque SemiBold" pitchFamily="34" charset="-120"/>
                  </a:rPr>
                  <a:t>Sécurité</a:t>
                </a:r>
                <a:endParaRPr lang="en-US" sz="2800" b="1" dirty="0"/>
              </a:p>
            </p:txBody>
          </p:sp>
        </p:grp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5FCAE928-4F43-A223-F8A3-1995AE9D565F}"/>
                </a:ext>
              </a:extLst>
            </p:cNvPr>
            <p:cNvSpPr/>
            <p:nvPr/>
          </p:nvSpPr>
          <p:spPr>
            <a:xfrm>
              <a:off x="7241623" y="7292313"/>
              <a:ext cx="4224360" cy="20368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2C292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Déployer Wazuh ; collecte des logs ; FIM ; règles et décodeurs personnalisés ; détection et notification.</a:t>
              </a:r>
              <a:endParaRPr lang="en-US" sz="2400" dirty="0"/>
            </a:p>
          </p:txBody>
        </p:sp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262260B3-CDE5-1BF3-015D-CC48668D5910}"/>
              </a:ext>
            </a:extLst>
          </p:cNvPr>
          <p:cNvSpPr/>
          <p:nvPr/>
        </p:nvSpPr>
        <p:spPr>
          <a:xfrm>
            <a:off x="1003914" y="1134544"/>
            <a:ext cx="6683400" cy="80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Objectifs du projet</a:t>
            </a:r>
            <a:endParaRPr lang="en-US" sz="6000" b="1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EFB7D9F-8760-0647-860A-BE804C29C0DF}"/>
              </a:ext>
            </a:extLst>
          </p:cNvPr>
          <p:cNvGrpSpPr/>
          <p:nvPr/>
        </p:nvGrpSpPr>
        <p:grpSpPr>
          <a:xfrm>
            <a:off x="2667000" y="2653224"/>
            <a:ext cx="5600700" cy="3265516"/>
            <a:chOff x="3238500" y="2845972"/>
            <a:chExt cx="5600700" cy="3265516"/>
          </a:xfrm>
        </p:grpSpPr>
        <p:grpSp>
          <p:nvGrpSpPr>
            <p:cNvPr id="4" name="Group 4"/>
            <p:cNvGrpSpPr/>
            <p:nvPr/>
          </p:nvGrpSpPr>
          <p:grpSpPr>
            <a:xfrm>
              <a:off x="3238500" y="2845972"/>
              <a:ext cx="5600700" cy="3265516"/>
              <a:chOff x="0" y="0"/>
              <a:chExt cx="1334639" cy="17709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334639" cy="1770930"/>
              </a:xfrm>
              <a:custGeom>
                <a:avLst/>
                <a:gdLst/>
                <a:ahLst/>
                <a:cxnLst/>
                <a:rect l="l" t="t" r="r" b="b"/>
                <a:pathLst>
                  <a:path w="1334639" h="1770930">
                    <a:moveTo>
                      <a:pt x="0" y="0"/>
                    </a:moveTo>
                    <a:lnTo>
                      <a:pt x="1334639" y="0"/>
                    </a:lnTo>
                    <a:lnTo>
                      <a:pt x="1334639" y="1770930"/>
                    </a:lnTo>
                    <a:lnTo>
                      <a:pt x="0" y="1770930"/>
                    </a:lnTo>
                    <a:close/>
                  </a:path>
                </a:pathLst>
              </a:custGeom>
              <a:solidFill>
                <a:srgbClr val="EAD6B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1334639" cy="18185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CFA29C44-4549-55D1-2567-594204713FEA}"/>
                </a:ext>
              </a:extLst>
            </p:cNvPr>
            <p:cNvSpPr/>
            <p:nvPr/>
          </p:nvSpPr>
          <p:spPr>
            <a:xfrm>
              <a:off x="3998473" y="3067313"/>
              <a:ext cx="2249927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Gestion des identités</a:t>
              </a:r>
              <a:endParaRPr lang="en-US" sz="2800" b="1" dirty="0"/>
            </a:p>
          </p:txBody>
        </p: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679BC2E9-8E1A-97B2-49E3-1E67C3549AD6}"/>
                </a:ext>
              </a:extLst>
            </p:cNvPr>
            <p:cNvSpPr/>
            <p:nvPr/>
          </p:nvSpPr>
          <p:spPr>
            <a:xfrm>
              <a:off x="3573328" y="3534192"/>
              <a:ext cx="4931044" cy="20753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2C292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Déployer OpenLDAP ; centraliser utilisateurs/groupes ; intégrer via SSSD/PAM/NSS pour authentification Linux. </a:t>
              </a:r>
              <a:endParaRPr lang="en-US" sz="2400" dirty="0"/>
            </a:p>
          </p:txBody>
        </p:sp>
        <p:grpSp>
          <p:nvGrpSpPr>
            <p:cNvPr id="56" name="Group 14"/>
            <p:cNvGrpSpPr/>
            <p:nvPr/>
          </p:nvGrpSpPr>
          <p:grpSpPr>
            <a:xfrm rot="5400000">
              <a:off x="3534875" y="3123104"/>
              <a:ext cx="270934" cy="237067"/>
              <a:chOff x="0" y="0"/>
              <a:chExt cx="812800" cy="711200"/>
            </a:xfrm>
          </p:grpSpPr>
          <p:sp>
            <p:nvSpPr>
              <p:cNvPr id="57" name="Freeform 1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705C40"/>
              </a:solidFill>
            </p:spPr>
          </p:sp>
          <p:sp>
            <p:nvSpPr>
              <p:cNvPr id="58" name="TextBox 1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 dirty="0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3921E68-5AC7-8CAC-CF4C-BF1A1A3AC0A5}"/>
              </a:ext>
            </a:extLst>
          </p:cNvPr>
          <p:cNvGrpSpPr/>
          <p:nvPr/>
        </p:nvGrpSpPr>
        <p:grpSpPr>
          <a:xfrm>
            <a:off x="553383" y="6506161"/>
            <a:ext cx="5067457" cy="2993353"/>
            <a:chOff x="553383" y="6506161"/>
            <a:chExt cx="5067457" cy="299335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A2002BA-A96C-AFFA-A879-DB31457594FD}"/>
                </a:ext>
              </a:extLst>
            </p:cNvPr>
            <p:cNvGrpSpPr/>
            <p:nvPr/>
          </p:nvGrpSpPr>
          <p:grpSpPr>
            <a:xfrm>
              <a:off x="553383" y="6506161"/>
              <a:ext cx="5067457" cy="2993353"/>
              <a:chOff x="0" y="0"/>
              <a:chExt cx="1334639" cy="1770930"/>
            </a:xfrm>
          </p:grpSpPr>
          <p:sp>
            <p:nvSpPr>
              <p:cNvPr id="54" name="Freeform 8">
                <a:extLst>
                  <a:ext uri="{FF2B5EF4-FFF2-40B4-BE49-F238E27FC236}">
                    <a16:creationId xmlns:a16="http://schemas.microsoft.com/office/drawing/2014/main" id="{D4DE2D44-E517-E03A-A55F-93BFB61A1F08}"/>
                  </a:ext>
                </a:extLst>
              </p:cNvPr>
              <p:cNvSpPr/>
              <p:nvPr/>
            </p:nvSpPr>
            <p:spPr>
              <a:xfrm>
                <a:off x="0" y="0"/>
                <a:ext cx="1334639" cy="1770930"/>
              </a:xfrm>
              <a:custGeom>
                <a:avLst/>
                <a:gdLst/>
                <a:ahLst/>
                <a:cxnLst/>
                <a:rect l="l" t="t" r="r" b="b"/>
                <a:pathLst>
                  <a:path w="1334639" h="1770930">
                    <a:moveTo>
                      <a:pt x="0" y="0"/>
                    </a:moveTo>
                    <a:lnTo>
                      <a:pt x="1334639" y="0"/>
                    </a:lnTo>
                    <a:lnTo>
                      <a:pt x="1334639" y="1770930"/>
                    </a:lnTo>
                    <a:lnTo>
                      <a:pt x="0" y="1770930"/>
                    </a:lnTo>
                    <a:close/>
                  </a:path>
                </a:pathLst>
              </a:custGeom>
              <a:solidFill>
                <a:srgbClr val="BCA37F"/>
              </a:solidFill>
            </p:spPr>
          </p:sp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4C44380C-A7C8-0968-EE2F-837AAE769A7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34639" cy="18185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1EC07FF1-9E14-881C-6BB3-764C790A2647}"/>
                </a:ext>
              </a:extLst>
            </p:cNvPr>
            <p:cNvSpPr/>
            <p:nvPr/>
          </p:nvSpPr>
          <p:spPr>
            <a:xfrm>
              <a:off x="938632" y="7206400"/>
              <a:ext cx="4197948" cy="2084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2C292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Déployer Zabbix ; superviser CPU, mémoire, disque, réseau, services ; configurer SNMP et alertes.</a:t>
              </a:r>
              <a:endParaRPr lang="en-US" sz="24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59EB3A80-CA62-2235-1676-5CF1D7FD05E1}"/>
                </a:ext>
              </a:extLst>
            </p:cNvPr>
            <p:cNvSpPr/>
            <p:nvPr/>
          </p:nvSpPr>
          <p:spPr>
            <a:xfrm>
              <a:off x="1342009" y="6722186"/>
              <a:ext cx="2249927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b="1" dirty="0">
                  <a:solidFill>
                    <a:srgbClr val="2C2926"/>
                  </a:solidFill>
                  <a:latin typeface="Bricolage Grotesque SemiBold" pitchFamily="34" charset="0"/>
                  <a:ea typeface="Bricolage Grotesque SemiBold" pitchFamily="34" charset="-122"/>
                  <a:cs typeface="Bricolage Grotesque SemiBold" pitchFamily="34" charset="-120"/>
                </a:rPr>
                <a:t>Supervision</a:t>
              </a:r>
              <a:endParaRPr lang="en-US" sz="2800" b="1" dirty="0"/>
            </a:p>
          </p:txBody>
        </p:sp>
        <p:grpSp>
          <p:nvGrpSpPr>
            <p:cNvPr id="23" name="Group 23"/>
            <p:cNvGrpSpPr/>
            <p:nvPr/>
          </p:nvGrpSpPr>
          <p:grpSpPr>
            <a:xfrm rot="5400000">
              <a:off x="884808" y="6776684"/>
              <a:ext cx="270934" cy="237067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EAD6B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pic>
        <p:nvPicPr>
          <p:cNvPr id="74" name="Image 0">
            <a:extLst>
              <a:ext uri="{FF2B5EF4-FFF2-40B4-BE49-F238E27FC236}">
                <a16:creationId xmlns:a16="http://schemas.microsoft.com/office/drawing/2014/main" id="{D6276FD1-C60C-781C-9074-106B892C9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096963" y="-67683"/>
            <a:ext cx="7295474" cy="1042236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0">
            <a:extLst>
              <a:ext uri="{FF2B5EF4-FFF2-40B4-BE49-F238E27FC236}">
                <a16:creationId xmlns:a16="http://schemas.microsoft.com/office/drawing/2014/main" id="{96DAD26D-28DD-41FC-8828-D7B4C0BAD580}"/>
              </a:ext>
            </a:extLst>
          </p:cNvPr>
          <p:cNvGrpSpPr/>
          <p:nvPr/>
        </p:nvGrpSpPr>
        <p:grpSpPr>
          <a:xfrm>
            <a:off x="-1543050" y="467057"/>
            <a:ext cx="3086100" cy="1428750"/>
            <a:chOff x="0" y="0"/>
            <a:chExt cx="812800" cy="310451"/>
          </a:xfrm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54F7B98E-1E0B-40C3-A85A-9AA73AB39F04}"/>
                </a:ext>
              </a:extLst>
            </p:cNvPr>
            <p:cNvSpPr/>
            <p:nvPr/>
          </p:nvSpPr>
          <p:spPr>
            <a:xfrm>
              <a:off x="0" y="0"/>
              <a:ext cx="812800" cy="310451"/>
            </a:xfrm>
            <a:custGeom>
              <a:avLst/>
              <a:gdLst/>
              <a:ahLst/>
              <a:cxnLst/>
              <a:rect l="l" t="t" r="r" b="b"/>
              <a:pathLst>
                <a:path w="812800" h="310451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1E929EF0-6D43-4448-87A6-F3E24FCAFECC}"/>
                </a:ext>
              </a:extLst>
            </p:cNvPr>
            <p:cNvSpPr txBox="1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390338" y="-476590"/>
            <a:ext cx="11791077" cy="11240179"/>
            <a:chOff x="0" y="0"/>
            <a:chExt cx="3105469" cy="2960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3055246" y="7815037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62312" y="-869877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166451" y="2456201"/>
            <a:ext cx="450213" cy="4502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66451" y="4889632"/>
            <a:ext cx="450213" cy="4502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0" y="6913113"/>
            <a:ext cx="450213" cy="4502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AB9001A-7B32-2CA7-9474-C33D8784F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805" y="237938"/>
            <a:ext cx="14630400" cy="9753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26341" y="467057"/>
            <a:ext cx="6846408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40"/>
              </a:lnSpc>
            </a:pPr>
            <a:r>
              <a:rPr lang="en-US" sz="4700" b="1" dirty="0">
                <a:solidFill>
                  <a:srgbClr val="705C40"/>
                </a:solidFill>
                <a:latin typeface="Inter Bold"/>
                <a:ea typeface="Inter Bold"/>
                <a:cs typeface="Inter Bold"/>
                <a:sym typeface="Inter Bold"/>
              </a:rPr>
              <a:t>Architecture Générale du </a:t>
            </a:r>
            <a:r>
              <a:rPr lang="en-US" sz="4700" b="1" dirty="0" err="1">
                <a:solidFill>
                  <a:srgbClr val="705C40"/>
                </a:solidFill>
                <a:latin typeface="Inter Bold"/>
                <a:ea typeface="Inter Bold"/>
                <a:cs typeface="Inter Bold"/>
                <a:sym typeface="Inter Bold"/>
              </a:rPr>
              <a:t>Système</a:t>
            </a:r>
            <a:endParaRPr lang="en-US" sz="4700" b="1" dirty="0">
              <a:solidFill>
                <a:srgbClr val="705C4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212" y="3395782"/>
            <a:ext cx="8661823" cy="3495436"/>
            <a:chOff x="0" y="0"/>
            <a:chExt cx="2281303" cy="13577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1303" cy="1357780"/>
            </a:xfrm>
            <a:custGeom>
              <a:avLst/>
              <a:gdLst/>
              <a:ahLst/>
              <a:cxnLst/>
              <a:rect l="l" t="t" r="r" b="b"/>
              <a:pathLst>
                <a:path w="2281303" h="1357780">
                  <a:moveTo>
                    <a:pt x="0" y="0"/>
                  </a:moveTo>
                  <a:lnTo>
                    <a:pt x="2281303" y="0"/>
                  </a:lnTo>
                  <a:lnTo>
                    <a:pt x="2281303" y="1357780"/>
                  </a:lnTo>
                  <a:lnTo>
                    <a:pt x="0" y="1357780"/>
                  </a:lnTo>
                  <a:close/>
                </a:path>
              </a:pathLst>
            </a:custGeom>
            <a:solidFill>
              <a:srgbClr val="EAD6B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81303" cy="140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80343" y="8797819"/>
            <a:ext cx="732467" cy="686553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2787861" y="9141096"/>
            <a:ext cx="14471439" cy="0"/>
          </a:xfrm>
          <a:prstGeom prst="line">
            <a:avLst/>
          </a:prstGeom>
          <a:ln w="38100" cap="flat">
            <a:solidFill>
              <a:srgbClr val="BCA37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6722081" y="1458500"/>
            <a:ext cx="1190712" cy="119071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V="1">
            <a:off x="15207460" y="-1721172"/>
            <a:ext cx="2618042" cy="4114800"/>
          </a:xfrm>
          <a:custGeom>
            <a:avLst/>
            <a:gdLst/>
            <a:ahLst/>
            <a:cxnLst/>
            <a:rect l="l" t="t" r="r" b="b"/>
            <a:pathLst>
              <a:path w="2618042" h="4114800">
                <a:moveTo>
                  <a:pt x="0" y="4114800"/>
                </a:moveTo>
                <a:lnTo>
                  <a:pt x="2618042" y="4114800"/>
                </a:lnTo>
                <a:lnTo>
                  <a:pt x="26180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89BB4EB2-FCD2-BA08-B43E-24820C7BF694}"/>
              </a:ext>
            </a:extLst>
          </p:cNvPr>
          <p:cNvSpPr/>
          <p:nvPr/>
        </p:nvSpPr>
        <p:spPr>
          <a:xfrm>
            <a:off x="1683446" y="1004074"/>
            <a:ext cx="7917753" cy="93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Répartition des rôles</a:t>
            </a:r>
            <a:endParaRPr lang="en-US" sz="6000" b="1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3F7BD4BC-96E2-14C7-A2F8-936E12DE5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8780" y="2441261"/>
            <a:ext cx="827394" cy="827417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D9E7B126-9E63-BC68-7B83-9968E42B1D1D}"/>
              </a:ext>
            </a:extLst>
          </p:cNvPr>
          <p:cNvSpPr/>
          <p:nvPr/>
        </p:nvSpPr>
        <p:spPr>
          <a:xfrm>
            <a:off x="8887618" y="2657335"/>
            <a:ext cx="5075309" cy="31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LDAP</a:t>
            </a:r>
            <a:endParaRPr lang="en-US" sz="2800" b="1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86F27C2-F403-4DD9-0E37-DB8BFAE2B5B0}"/>
              </a:ext>
            </a:extLst>
          </p:cNvPr>
          <p:cNvSpPr/>
          <p:nvPr/>
        </p:nvSpPr>
        <p:spPr>
          <a:xfrm>
            <a:off x="8887619" y="3284921"/>
            <a:ext cx="5075309" cy="61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Annuaire centralisé : gestion </a:t>
            </a: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utilisateurs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groupes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authentification.</a:t>
            </a:r>
            <a:endParaRPr lang="en-US" sz="2400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A085A15D-87E8-AFEB-EA8E-47FE0F1D0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8773" y="4316076"/>
            <a:ext cx="827401" cy="827424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F42133B6-D300-FC18-FBB7-2EDECAC1063C}"/>
              </a:ext>
            </a:extLst>
          </p:cNvPr>
          <p:cNvSpPr/>
          <p:nvPr/>
        </p:nvSpPr>
        <p:spPr>
          <a:xfrm>
            <a:off x="8887618" y="4492574"/>
            <a:ext cx="5075309" cy="35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Zabbix</a:t>
            </a:r>
            <a:endParaRPr lang="en-US" sz="2800" b="1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33FC0163-A03B-1482-735F-E3865AD5649D}"/>
              </a:ext>
            </a:extLst>
          </p:cNvPr>
          <p:cNvSpPr/>
          <p:nvPr/>
        </p:nvSpPr>
        <p:spPr>
          <a:xfrm>
            <a:off x="8855663" y="5128636"/>
            <a:ext cx="7527337" cy="93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Supervision infrastructure, services, SNMP et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 centralisé.</a:t>
            </a:r>
            <a:endParaRPr lang="en-US" sz="2400" dirty="0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0DB42C95-4867-658A-0D69-D40DB1E03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774" y="6252742"/>
            <a:ext cx="827401" cy="827424"/>
          </a:xfrm>
          <a:prstGeom prst="rect">
            <a:avLst/>
          </a:prstGeom>
        </p:spPr>
      </p:pic>
      <p:sp>
        <p:nvSpPr>
          <p:cNvPr id="40" name="Text 5">
            <a:extLst>
              <a:ext uri="{FF2B5EF4-FFF2-40B4-BE49-F238E27FC236}">
                <a16:creationId xmlns:a16="http://schemas.microsoft.com/office/drawing/2014/main" id="{A4067C1D-E386-6DF6-7D18-4D15F317A01B}"/>
              </a:ext>
            </a:extLst>
          </p:cNvPr>
          <p:cNvSpPr/>
          <p:nvPr/>
        </p:nvSpPr>
        <p:spPr>
          <a:xfrm>
            <a:off x="8887618" y="6488305"/>
            <a:ext cx="5075309" cy="31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Wazuh</a:t>
            </a:r>
            <a:endParaRPr lang="en-US" sz="2800" b="1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58892566-FC98-9C2D-27B4-E62D1256C660}"/>
              </a:ext>
            </a:extLst>
          </p:cNvPr>
          <p:cNvSpPr/>
          <p:nvPr/>
        </p:nvSpPr>
        <p:spPr>
          <a:xfrm>
            <a:off x="8887619" y="7083853"/>
            <a:ext cx="6319842" cy="106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 des journaux, FIM, détection et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corrélation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 événements de sécurité.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61733-B6C4-B6A7-216E-206F05863DBA}"/>
              </a:ext>
            </a:extLst>
          </p:cNvPr>
          <p:cNvSpPr txBox="1"/>
          <p:nvPr/>
        </p:nvSpPr>
        <p:spPr>
          <a:xfrm>
            <a:off x="609600" y="4482032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La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séparation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responsabilités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rend la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plateforme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plus simple à faire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évoluer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et à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maintenir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9139" y="471708"/>
            <a:ext cx="20106278" cy="3995575"/>
            <a:chOff x="0" y="0"/>
            <a:chExt cx="5295481" cy="1052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5481" cy="1052333"/>
            </a:xfrm>
            <a:custGeom>
              <a:avLst/>
              <a:gdLst/>
              <a:ahLst/>
              <a:cxnLst/>
              <a:rect l="l" t="t" r="r" b="b"/>
              <a:pathLst>
                <a:path w="5295481" h="1052333">
                  <a:moveTo>
                    <a:pt x="0" y="0"/>
                  </a:moveTo>
                  <a:lnTo>
                    <a:pt x="5295481" y="0"/>
                  </a:lnTo>
                  <a:lnTo>
                    <a:pt x="5295481" y="1052333"/>
                  </a:lnTo>
                  <a:lnTo>
                    <a:pt x="0" y="1052333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95481" cy="1099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Text 0">
            <a:extLst>
              <a:ext uri="{FF2B5EF4-FFF2-40B4-BE49-F238E27FC236}">
                <a16:creationId xmlns:a16="http://schemas.microsoft.com/office/drawing/2014/main" id="{72A136F8-ABC0-E29C-E057-89F19A5FE23F}"/>
              </a:ext>
            </a:extLst>
          </p:cNvPr>
          <p:cNvSpPr/>
          <p:nvPr/>
        </p:nvSpPr>
        <p:spPr>
          <a:xfrm>
            <a:off x="2081630" y="951101"/>
            <a:ext cx="15849600" cy="130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Gestion centralisée des identités (OpenLDAP)</a:t>
            </a:r>
            <a:endParaRPr lang="en-US" sz="5400" b="1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575C517-5F07-5300-F339-1B2213BB3C05}"/>
              </a:ext>
            </a:extLst>
          </p:cNvPr>
          <p:cNvSpPr/>
          <p:nvPr/>
        </p:nvSpPr>
        <p:spPr>
          <a:xfrm>
            <a:off x="2374315" y="2235196"/>
            <a:ext cx="15264230" cy="99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OpenLDAP stocke utilisateurs, groupes et attributs d'authentification. Intégration Linux réalisée via :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0782777-E4D0-6F06-1F11-0502E2A2A27F}"/>
              </a:ext>
            </a:extLst>
          </p:cNvPr>
          <p:cNvSpPr/>
          <p:nvPr/>
        </p:nvSpPr>
        <p:spPr>
          <a:xfrm>
            <a:off x="2374315" y="5342008"/>
            <a:ext cx="12941885" cy="2739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b="1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SSSD</a:t>
            </a: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: communication sécurisée avec LDAP ;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b="1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NSS</a:t>
            </a: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: résolution des comptes utilisateurs/groupes (getent passwd) ;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800" b="1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PAM</a:t>
            </a:r>
            <a:r>
              <a:rPr lang="en-US" sz="2800" dirty="0">
                <a:solidFill>
                  <a:srgbClr val="2C2926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: gestion des sessions et de l'authentification (connexion, création de /home automatique).</a:t>
            </a: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8D8676AC-AADF-012D-8D13-D58059821752}"/>
              </a:ext>
            </a:extLst>
          </p:cNvPr>
          <p:cNvSpPr/>
          <p:nvPr/>
        </p:nvSpPr>
        <p:spPr>
          <a:xfrm>
            <a:off x="1280343" y="8797819"/>
            <a:ext cx="732467" cy="686553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10">
            <a:extLst>
              <a:ext uri="{FF2B5EF4-FFF2-40B4-BE49-F238E27FC236}">
                <a16:creationId xmlns:a16="http://schemas.microsoft.com/office/drawing/2014/main" id="{3C9C9690-CCA8-E1C2-E518-56CDD250352F}"/>
              </a:ext>
            </a:extLst>
          </p:cNvPr>
          <p:cNvSpPr/>
          <p:nvPr/>
        </p:nvSpPr>
        <p:spPr>
          <a:xfrm>
            <a:off x="2787861" y="9141096"/>
            <a:ext cx="14471439" cy="0"/>
          </a:xfrm>
          <a:prstGeom prst="line">
            <a:avLst/>
          </a:prstGeom>
          <a:ln w="38100" cap="flat">
            <a:solidFill>
              <a:srgbClr val="BCA37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9139" y="471708"/>
            <a:ext cx="20106278" cy="2075975"/>
            <a:chOff x="0" y="0"/>
            <a:chExt cx="5295481" cy="546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5481" cy="546759"/>
            </a:xfrm>
            <a:custGeom>
              <a:avLst/>
              <a:gdLst/>
              <a:ahLst/>
              <a:cxnLst/>
              <a:rect l="l" t="t" r="r" b="b"/>
              <a:pathLst>
                <a:path w="5295481" h="546759">
                  <a:moveTo>
                    <a:pt x="0" y="0"/>
                  </a:moveTo>
                  <a:lnTo>
                    <a:pt x="5295481" y="0"/>
                  </a:lnTo>
                  <a:lnTo>
                    <a:pt x="5295481" y="546759"/>
                  </a:lnTo>
                  <a:lnTo>
                    <a:pt x="0" y="546759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95481" cy="59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FBED949-C940-6703-D5B5-E7F98A4568FE}"/>
              </a:ext>
            </a:extLst>
          </p:cNvPr>
          <p:cNvSpPr txBox="1"/>
          <p:nvPr/>
        </p:nvSpPr>
        <p:spPr>
          <a:xfrm>
            <a:off x="2286000" y="957617"/>
            <a:ext cx="9775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Bricolage Grotesque SemiBold" panose="020B0604020202020204" charset="0"/>
              </a:rPr>
              <a:t>Structure de </a:t>
            </a:r>
            <a:r>
              <a:rPr lang="en-US" sz="5400" b="1" dirty="0" err="1">
                <a:latin typeface="Bricolage Grotesque SemiBold" panose="020B0604020202020204" charset="0"/>
              </a:rPr>
              <a:t>l'annuaire</a:t>
            </a:r>
            <a:r>
              <a:rPr lang="en-US" sz="5400" b="1" dirty="0">
                <a:latin typeface="Bricolage Grotesque SemiBold" panose="020B0604020202020204" charset="0"/>
              </a:rPr>
              <a:t> LDAP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79F35D-BE08-4D3B-4D30-70272CBC0B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2" t="4801" r="5842" b="12110"/>
          <a:stretch>
            <a:fillRect/>
          </a:stretch>
        </p:blipFill>
        <p:spPr bwMode="auto">
          <a:xfrm>
            <a:off x="1210119" y="3925409"/>
            <a:ext cx="7280017" cy="455425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5F2664-BC60-1A5F-DA8A-F1765D9A7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83" r="40195" b="1663"/>
          <a:stretch>
            <a:fillRect/>
          </a:stretch>
        </p:blipFill>
        <p:spPr bwMode="auto">
          <a:xfrm>
            <a:off x="9581978" y="3331267"/>
            <a:ext cx="7467600" cy="574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Freeform 9">
            <a:extLst>
              <a:ext uri="{FF2B5EF4-FFF2-40B4-BE49-F238E27FC236}">
                <a16:creationId xmlns:a16="http://schemas.microsoft.com/office/drawing/2014/main" id="{449C46E7-F54B-50A1-1F0F-D41D3EA7F988}"/>
              </a:ext>
            </a:extLst>
          </p:cNvPr>
          <p:cNvSpPr/>
          <p:nvPr/>
        </p:nvSpPr>
        <p:spPr>
          <a:xfrm>
            <a:off x="1280343" y="8797819"/>
            <a:ext cx="732467" cy="686553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D7338EA5-5792-5D28-0CCC-7A49571BD3B9}"/>
              </a:ext>
            </a:extLst>
          </p:cNvPr>
          <p:cNvSpPr/>
          <p:nvPr/>
        </p:nvSpPr>
        <p:spPr>
          <a:xfrm>
            <a:off x="2787861" y="9141096"/>
            <a:ext cx="14471439" cy="0"/>
          </a:xfrm>
          <a:prstGeom prst="line">
            <a:avLst/>
          </a:prstGeom>
          <a:ln w="38100" cap="flat">
            <a:solidFill>
              <a:srgbClr val="BCA37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5400000">
            <a:off x="14020333" y="3913305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143000" y="1"/>
            <a:ext cx="20106278" cy="2710250"/>
            <a:chOff x="0" y="0"/>
            <a:chExt cx="5295481" cy="4942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95481" cy="494283"/>
            </a:xfrm>
            <a:custGeom>
              <a:avLst/>
              <a:gdLst/>
              <a:ahLst/>
              <a:cxnLst/>
              <a:rect l="l" t="t" r="r" b="b"/>
              <a:pathLst>
                <a:path w="5295481" h="494283">
                  <a:moveTo>
                    <a:pt x="0" y="0"/>
                  </a:moveTo>
                  <a:lnTo>
                    <a:pt x="5295481" y="0"/>
                  </a:lnTo>
                  <a:lnTo>
                    <a:pt x="5295481" y="494283"/>
                  </a:lnTo>
                  <a:lnTo>
                    <a:pt x="0" y="494283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295481" cy="54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EEF862CA-B078-A64B-D27C-C12263912C45}"/>
              </a:ext>
            </a:extLst>
          </p:cNvPr>
          <p:cNvSpPr/>
          <p:nvPr/>
        </p:nvSpPr>
        <p:spPr>
          <a:xfrm>
            <a:off x="1219200" y="463195"/>
            <a:ext cx="10236904" cy="64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5400" b="1" dirty="0">
                <a:latin typeface="Bricolage Grotesque SemiBold" panose="020B0604020202020204" charset="0"/>
              </a:rPr>
              <a:t>Flux </a:t>
            </a:r>
            <a:r>
              <a:rPr lang="en-US" sz="5400" b="1" dirty="0" err="1">
                <a:latin typeface="Bricolage Grotesque SemiBold" panose="020B0604020202020204" charset="0"/>
              </a:rPr>
              <a:t>d'authentification</a:t>
            </a:r>
            <a:r>
              <a:rPr lang="en-US" sz="5400" b="1" dirty="0">
                <a:latin typeface="Bricolage Grotesque SemiBold" panose="020B0604020202020204" charset="0"/>
              </a:rPr>
              <a:t> LDAP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E26D5-AB0D-A1B6-CF5C-94FD84FF1A30}"/>
              </a:ext>
            </a:extLst>
          </p:cNvPr>
          <p:cNvSpPr txBox="1"/>
          <p:nvPr/>
        </p:nvSpPr>
        <p:spPr>
          <a:xfrm>
            <a:off x="990342" y="1716451"/>
            <a:ext cx="15839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Le processus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d'authentification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d'un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utilisateur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LDAP sur le client Linux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peut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être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décrit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en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plusieurs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étapes.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79B6E0-1360-4701-BDD9-1A26DEA5F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9" y="3734546"/>
            <a:ext cx="10314946" cy="52731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6A1C23-63B9-5E83-B54D-FD0F48AFC0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434" t="2694" r="21441" b="4936"/>
          <a:stretch>
            <a:fillRect/>
          </a:stretch>
        </p:blipFill>
        <p:spPr>
          <a:xfrm>
            <a:off x="1888722" y="2917951"/>
            <a:ext cx="2863161" cy="69446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3923050" y="6280543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62200" y="3086100"/>
            <a:ext cx="10662739" cy="5190803"/>
            <a:chOff x="0" y="0"/>
            <a:chExt cx="5295481" cy="5729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95481" cy="572939"/>
            </a:xfrm>
            <a:custGeom>
              <a:avLst/>
              <a:gdLst/>
              <a:ahLst/>
              <a:cxnLst/>
              <a:rect l="l" t="t" r="r" b="b"/>
              <a:pathLst>
                <a:path w="5295481" h="572939">
                  <a:moveTo>
                    <a:pt x="0" y="0"/>
                  </a:moveTo>
                  <a:lnTo>
                    <a:pt x="5295481" y="0"/>
                  </a:lnTo>
                  <a:lnTo>
                    <a:pt x="5295481" y="572939"/>
                  </a:lnTo>
                  <a:lnTo>
                    <a:pt x="0" y="572939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95481" cy="620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-2953183" y="6870715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4B35A55-AA10-0EDB-3383-5F04D5EFE522}"/>
              </a:ext>
            </a:extLst>
          </p:cNvPr>
          <p:cNvSpPr/>
          <p:nvPr/>
        </p:nvSpPr>
        <p:spPr>
          <a:xfrm>
            <a:off x="990600" y="1071990"/>
            <a:ext cx="9986635" cy="714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6000" b="1" dirty="0">
                <a:latin typeface="Bricolage Grotesque SemiBold" panose="020B0604020202020204" charset="0"/>
              </a:rPr>
              <a:t>Supervision avec Zabbix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757FB7A9-B350-554F-3FB4-56BFC82BD761}"/>
              </a:ext>
            </a:extLst>
          </p:cNvPr>
          <p:cNvSpPr/>
          <p:nvPr/>
        </p:nvSpPr>
        <p:spPr>
          <a:xfrm>
            <a:off x="990600" y="3713497"/>
            <a:ext cx="6527962" cy="3810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Zabbix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permet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superviser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ressources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, les services et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certains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éléments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réseau à travers les agents et le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protocole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SNMP.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Les tests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réalisés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ont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permis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vérifier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la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disponibilité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des agents, la surveillance des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ressources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, la supervision des services et le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déclenchement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alertes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1E1EE8-9470-2E11-364C-ED9A19A34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140" y="3301178"/>
            <a:ext cx="7936497" cy="48891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Freeform 9">
            <a:extLst>
              <a:ext uri="{FF2B5EF4-FFF2-40B4-BE49-F238E27FC236}">
                <a16:creationId xmlns:a16="http://schemas.microsoft.com/office/drawing/2014/main" id="{F8E4DD34-78FC-0454-E86A-86B8741C6FEA}"/>
              </a:ext>
            </a:extLst>
          </p:cNvPr>
          <p:cNvSpPr/>
          <p:nvPr/>
        </p:nvSpPr>
        <p:spPr>
          <a:xfrm>
            <a:off x="1280343" y="8797819"/>
            <a:ext cx="732467" cy="686553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1">
            <a:extLst>
              <a:ext uri="{FF2B5EF4-FFF2-40B4-BE49-F238E27FC236}">
                <a16:creationId xmlns:a16="http://schemas.microsoft.com/office/drawing/2014/main" id="{146CFC19-B444-9A25-2952-FEC40AC53CEC}"/>
              </a:ext>
            </a:extLst>
          </p:cNvPr>
          <p:cNvGrpSpPr/>
          <p:nvPr/>
        </p:nvGrpSpPr>
        <p:grpSpPr>
          <a:xfrm>
            <a:off x="16722081" y="1458500"/>
            <a:ext cx="1190712" cy="1190712"/>
            <a:chOff x="0" y="0"/>
            <a:chExt cx="812800" cy="812800"/>
          </a:xfrm>
        </p:grpSpPr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91F806-4381-986A-873D-93CC435425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19E061BE-1D72-DBCC-658B-32C653A2C1B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0" name="Freeform 14">
            <a:extLst>
              <a:ext uri="{FF2B5EF4-FFF2-40B4-BE49-F238E27FC236}">
                <a16:creationId xmlns:a16="http://schemas.microsoft.com/office/drawing/2014/main" id="{B9B1BFCD-3DAE-2D7F-BC98-AFD1A52F8B86}"/>
              </a:ext>
            </a:extLst>
          </p:cNvPr>
          <p:cNvSpPr/>
          <p:nvPr/>
        </p:nvSpPr>
        <p:spPr>
          <a:xfrm flipV="1">
            <a:off x="15207460" y="-1721172"/>
            <a:ext cx="2618042" cy="4114800"/>
          </a:xfrm>
          <a:custGeom>
            <a:avLst/>
            <a:gdLst/>
            <a:ahLst/>
            <a:cxnLst/>
            <a:rect l="l" t="t" r="r" b="b"/>
            <a:pathLst>
              <a:path w="2618042" h="4114800">
                <a:moveTo>
                  <a:pt x="0" y="4114800"/>
                </a:moveTo>
                <a:lnTo>
                  <a:pt x="2618042" y="4114800"/>
                </a:lnTo>
                <a:lnTo>
                  <a:pt x="26180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641964"/>
            <a:ext cx="19326728" cy="1317676"/>
            <a:chOff x="0" y="0"/>
            <a:chExt cx="5090167" cy="347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0167" cy="347042"/>
            </a:xfrm>
            <a:custGeom>
              <a:avLst/>
              <a:gdLst/>
              <a:ahLst/>
              <a:cxnLst/>
              <a:rect l="l" t="t" r="r" b="b"/>
              <a:pathLst>
                <a:path w="5090167" h="347042">
                  <a:moveTo>
                    <a:pt x="0" y="0"/>
                  </a:moveTo>
                  <a:lnTo>
                    <a:pt x="5090167" y="0"/>
                  </a:lnTo>
                  <a:lnTo>
                    <a:pt x="5090167" y="347042"/>
                  </a:lnTo>
                  <a:lnTo>
                    <a:pt x="0" y="34704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90167" cy="39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62312" y="-184381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27062" y="-184381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A057B-17E5-7A51-212F-A3E0FF2F3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207" y="2022613"/>
            <a:ext cx="15586214" cy="73481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1E20B8-093F-2C04-AAAE-966CE508273F}"/>
              </a:ext>
            </a:extLst>
          </p:cNvPr>
          <p:cNvSpPr txBox="1"/>
          <p:nvPr/>
        </p:nvSpPr>
        <p:spPr>
          <a:xfrm>
            <a:off x="2286000" y="408443"/>
            <a:ext cx="76169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Tableau de bord Zabbix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641964"/>
            <a:ext cx="19326728" cy="1317676"/>
            <a:chOff x="0" y="0"/>
            <a:chExt cx="5090167" cy="347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0167" cy="347042"/>
            </a:xfrm>
            <a:custGeom>
              <a:avLst/>
              <a:gdLst/>
              <a:ahLst/>
              <a:cxnLst/>
              <a:rect l="l" t="t" r="r" b="b"/>
              <a:pathLst>
                <a:path w="5090167" h="347042">
                  <a:moveTo>
                    <a:pt x="0" y="0"/>
                  </a:moveTo>
                  <a:lnTo>
                    <a:pt x="5090167" y="0"/>
                  </a:lnTo>
                  <a:lnTo>
                    <a:pt x="5090167" y="347042"/>
                  </a:lnTo>
                  <a:lnTo>
                    <a:pt x="0" y="34704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90167" cy="39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62312" y="-184381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27062" y="-184381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135E6E-C4BA-A120-988C-F8C0D995C94C}"/>
              </a:ext>
            </a:extLst>
          </p:cNvPr>
          <p:cNvSpPr txBox="1"/>
          <p:nvPr/>
        </p:nvSpPr>
        <p:spPr>
          <a:xfrm>
            <a:off x="2133600" y="468559"/>
            <a:ext cx="100976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Bricolage Grotesque SemiBold" panose="020B0604020202020204" charset="0"/>
              </a:rPr>
              <a:t>Flux de supervision Zabbix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53C6B-F446-BD52-B671-CD0C1AC457E4}"/>
              </a:ext>
            </a:extLst>
          </p:cNvPr>
          <p:cNvSpPr txBox="1"/>
          <p:nvPr/>
        </p:nvSpPr>
        <p:spPr>
          <a:xfrm>
            <a:off x="1683516" y="1909046"/>
            <a:ext cx="15546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serveur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Zabbix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analyse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les données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collectées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et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vérifie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les conditions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définies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dans les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déclencheurs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Lorsqu'une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condition critique est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satisfaite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, un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problème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est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généré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2F207B-2238-B417-8449-0F82E27DD9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11" t="2593" r="13611" b="7592"/>
          <a:stretch>
            <a:fillRect/>
          </a:stretch>
        </p:blipFill>
        <p:spPr>
          <a:xfrm>
            <a:off x="1041399" y="3079022"/>
            <a:ext cx="3312332" cy="61316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E14022-8916-7897-820E-977E1C97C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384" y="5974261"/>
            <a:ext cx="11618431" cy="32303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531AAE-3AFB-FEEF-742F-0C91B77E01E3}"/>
              </a:ext>
            </a:extLst>
          </p:cNvPr>
          <p:cNvSpPr txBox="1"/>
          <p:nvPr/>
        </p:nvSpPr>
        <p:spPr>
          <a:xfrm>
            <a:off x="4866170" y="32350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Inter" panose="020B0604020202020204" charset="0"/>
                <a:ea typeface="Inter" panose="020B0604020202020204" charset="0"/>
              </a:rPr>
              <a:t>service </a:t>
            </a:r>
            <a:r>
              <a:rPr lang="en-US" sz="2400" b="1" dirty="0" err="1">
                <a:latin typeface="Inter" panose="020B0604020202020204" charset="0"/>
                <a:ea typeface="Inter" panose="020B0604020202020204" charset="0"/>
              </a:rPr>
              <a:t>indisponible</a:t>
            </a:r>
            <a:endParaRPr lang="en-US" sz="24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1ABB7-CC82-C4EB-F797-B855D68EB036}"/>
              </a:ext>
            </a:extLst>
          </p:cNvPr>
          <p:cNvSpPr txBox="1"/>
          <p:nvPr/>
        </p:nvSpPr>
        <p:spPr>
          <a:xfrm>
            <a:off x="4866170" y="54183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Inter" panose="020B0604020202020204" charset="0"/>
                <a:ea typeface="Inter" panose="020B0604020202020204" charset="0"/>
              </a:rPr>
              <a:t>notification e-mail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215E1A-1AB6-1990-C890-1956A59E0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086" y="3974684"/>
            <a:ext cx="11892515" cy="127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>
            <a:extLst>
              <a:ext uri="{FF2B5EF4-FFF2-40B4-BE49-F238E27FC236}">
                <a16:creationId xmlns:a16="http://schemas.microsoft.com/office/drawing/2014/main" id="{D1CFE708-17F8-8888-B45B-B1CE7DE787B5}"/>
              </a:ext>
            </a:extLst>
          </p:cNvPr>
          <p:cNvGrpSpPr/>
          <p:nvPr/>
        </p:nvGrpSpPr>
        <p:grpSpPr>
          <a:xfrm>
            <a:off x="10668001" y="1504048"/>
            <a:ext cx="8144378" cy="8516252"/>
            <a:chOff x="0" y="0"/>
            <a:chExt cx="4615973" cy="2352652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10D2C7E6-B38E-5059-9F8C-01AAA46FF32F}"/>
                </a:ext>
              </a:extLst>
            </p:cNvPr>
            <p:cNvSpPr/>
            <p:nvPr/>
          </p:nvSpPr>
          <p:spPr>
            <a:xfrm>
              <a:off x="0" y="0"/>
              <a:ext cx="4615973" cy="2352652"/>
            </a:xfrm>
            <a:custGeom>
              <a:avLst/>
              <a:gdLst/>
              <a:ahLst/>
              <a:cxnLst/>
              <a:rect l="l" t="t" r="r" b="b"/>
              <a:pathLst>
                <a:path w="4615973" h="2352652">
                  <a:moveTo>
                    <a:pt x="0" y="0"/>
                  </a:moveTo>
                  <a:lnTo>
                    <a:pt x="4615973" y="0"/>
                  </a:lnTo>
                  <a:lnTo>
                    <a:pt x="4615973" y="2352652"/>
                  </a:lnTo>
                  <a:lnTo>
                    <a:pt x="0" y="235265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BB8E9B01-68A7-D4D1-568F-009CA9D4A9F9}"/>
                </a:ext>
              </a:extLst>
            </p:cNvPr>
            <p:cNvSpPr txBox="1"/>
            <p:nvPr/>
          </p:nvSpPr>
          <p:spPr>
            <a:xfrm>
              <a:off x="0" y="-47625"/>
              <a:ext cx="4615973" cy="2400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514350" y="9641964"/>
            <a:ext cx="19326728" cy="1317676"/>
            <a:chOff x="0" y="0"/>
            <a:chExt cx="5090167" cy="347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0167" cy="347042"/>
            </a:xfrm>
            <a:custGeom>
              <a:avLst/>
              <a:gdLst/>
              <a:ahLst/>
              <a:cxnLst/>
              <a:rect l="l" t="t" r="r" b="b"/>
              <a:pathLst>
                <a:path w="5090167" h="347042">
                  <a:moveTo>
                    <a:pt x="0" y="0"/>
                  </a:moveTo>
                  <a:lnTo>
                    <a:pt x="5090167" y="0"/>
                  </a:lnTo>
                  <a:lnTo>
                    <a:pt x="5090167" y="347042"/>
                  </a:lnTo>
                  <a:lnTo>
                    <a:pt x="0" y="34704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90167" cy="39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627062" y="-184381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70A7BDBE-D440-2621-E26F-1A43234EA7E3}"/>
              </a:ext>
            </a:extLst>
          </p:cNvPr>
          <p:cNvSpPr/>
          <p:nvPr/>
        </p:nvSpPr>
        <p:spPr>
          <a:xfrm>
            <a:off x="2703075" y="490248"/>
            <a:ext cx="7964925" cy="887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6000" b="1" dirty="0">
                <a:latin typeface="Bricolage Grotesque SemiBold" panose="020B0604020202020204" charset="0"/>
              </a:rPr>
              <a:t>Sécurité avec </a:t>
            </a:r>
            <a:r>
              <a:rPr lang="en-US" sz="6000" b="1" dirty="0" err="1">
                <a:latin typeface="Bricolage Grotesque SemiBold" panose="020B0604020202020204" charset="0"/>
              </a:rPr>
              <a:t>Wazuh</a:t>
            </a:r>
            <a:endParaRPr lang="en-US" sz="6000" b="1" dirty="0">
              <a:latin typeface="Bricolage Grotesque SemiBold" panose="020B060402020202020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AC16517-F0C4-4776-4FE5-292971F1D99E}"/>
              </a:ext>
            </a:extLst>
          </p:cNvPr>
          <p:cNvSpPr/>
          <p:nvPr/>
        </p:nvSpPr>
        <p:spPr>
          <a:xfrm>
            <a:off x="11353800" y="1943100"/>
            <a:ext cx="2191390" cy="23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FIM</a:t>
            </a:r>
            <a:endParaRPr lang="en-US" sz="2400" b="1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D90BD9C-196F-B000-2FB0-2BFD92359E39}"/>
              </a:ext>
            </a:extLst>
          </p:cNvPr>
          <p:cNvSpPr/>
          <p:nvPr/>
        </p:nvSpPr>
        <p:spPr>
          <a:xfrm>
            <a:off x="11353802" y="2400956"/>
            <a:ext cx="5867398" cy="166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: /etc/ssh, /etc/sssd, /etc/sudoers.d, /home —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détection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modifications critiques.</a:t>
            </a:r>
            <a:endParaRPr lang="en-US" sz="24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A0EDDFE-CEB8-7273-63E7-EABF1618F751}"/>
              </a:ext>
            </a:extLst>
          </p:cNvPr>
          <p:cNvSpPr/>
          <p:nvPr/>
        </p:nvSpPr>
        <p:spPr>
          <a:xfrm>
            <a:off x="11323459" y="7045709"/>
            <a:ext cx="1568051" cy="36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Notification</a:t>
            </a:r>
            <a:endParaRPr lang="en-US" sz="2400" b="1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2B03EF-020D-82AD-37E6-440973138603}"/>
              </a:ext>
            </a:extLst>
          </p:cNvPr>
          <p:cNvSpPr/>
          <p:nvPr/>
        </p:nvSpPr>
        <p:spPr>
          <a:xfrm>
            <a:off x="11353800" y="7614661"/>
            <a:ext cx="5867400" cy="1448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d'alerte via Postfix local relay et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Gmail SMTP pour distribution aux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administrateurs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B056D2B-0355-A980-83F5-134F1C0B4375}"/>
              </a:ext>
            </a:extLst>
          </p:cNvPr>
          <p:cNvSpPr/>
          <p:nvPr/>
        </p:nvSpPr>
        <p:spPr>
          <a:xfrm>
            <a:off x="11323459" y="4610742"/>
            <a:ext cx="2540000" cy="362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Règles personnalisées</a:t>
            </a:r>
            <a:endParaRPr lang="en-US" sz="2400" b="1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DA5E548-12AE-AF39-572D-7DFA12C3C17D}"/>
              </a:ext>
            </a:extLst>
          </p:cNvPr>
          <p:cNvSpPr/>
          <p:nvPr/>
        </p:nvSpPr>
        <p:spPr>
          <a:xfrm>
            <a:off x="11353801" y="5042802"/>
            <a:ext cx="5867399" cy="1448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Décodeurs et règles adaptés au format des logs LDAP/Zabbix pour fiabilité des alertes.</a:t>
            </a:r>
            <a:endParaRPr lang="en-US" sz="2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CDE7B7-547A-B7AF-6BE9-66397FD05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4791"/>
            <a:ext cx="9906000" cy="60998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75017" y="826823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2"/>
                </a:lnTo>
                <a:lnTo>
                  <a:pt x="0" y="247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080712" y="663695"/>
            <a:ext cx="794655" cy="79465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6069886" y="-1458350"/>
            <a:ext cx="1747225" cy="2746129"/>
          </a:xfrm>
          <a:custGeom>
            <a:avLst/>
            <a:gdLst/>
            <a:ahLst/>
            <a:cxnLst/>
            <a:rect l="l" t="t" r="r" b="b"/>
            <a:pathLst>
              <a:path w="1747225" h="2746129">
                <a:moveTo>
                  <a:pt x="0" y="2746129"/>
                </a:moveTo>
                <a:lnTo>
                  <a:pt x="1747225" y="2746129"/>
                </a:lnTo>
                <a:lnTo>
                  <a:pt x="1747225" y="0"/>
                </a:lnTo>
                <a:lnTo>
                  <a:pt x="0" y="0"/>
                </a:lnTo>
                <a:lnTo>
                  <a:pt x="0" y="27461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C2FBCC-07A2-32F1-2128-92E919E47A29}"/>
              </a:ext>
            </a:extLst>
          </p:cNvPr>
          <p:cNvSpPr txBox="1"/>
          <p:nvPr/>
        </p:nvSpPr>
        <p:spPr>
          <a:xfrm>
            <a:off x="561739" y="1074796"/>
            <a:ext cx="15123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Bricolage Grotesque SemiBold" panose="020B0604020202020204" charset="0"/>
              </a:rPr>
              <a:t>Flux de surveillance de </a:t>
            </a:r>
            <a:r>
              <a:rPr lang="en-US" sz="5400" b="1" dirty="0" err="1">
                <a:latin typeface="Bricolage Grotesque SemiBold" panose="020B0604020202020204" charset="0"/>
              </a:rPr>
              <a:t>l'intégrité</a:t>
            </a:r>
            <a:r>
              <a:rPr lang="en-US" sz="5400" b="1" dirty="0">
                <a:latin typeface="Bricolage Grotesque SemiBold" panose="020B0604020202020204" charset="0"/>
              </a:rPr>
              <a:t> des </a:t>
            </a:r>
            <a:r>
              <a:rPr lang="en-US" sz="5400" b="1" dirty="0" err="1">
                <a:latin typeface="Bricolage Grotesque SemiBold" panose="020B0604020202020204" charset="0"/>
              </a:rPr>
              <a:t>fichiers</a:t>
            </a:r>
            <a:endParaRPr lang="en-US" sz="5400" b="1" dirty="0">
              <a:latin typeface="Bricolage Grotesque SemiBold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765F9-A0D7-EDA5-5FB2-F9C5749D7803}"/>
              </a:ext>
            </a:extLst>
          </p:cNvPr>
          <p:cNvSpPr txBox="1"/>
          <p:nvPr/>
        </p:nvSpPr>
        <p:spPr>
          <a:xfrm>
            <a:off x="5035209" y="2865692"/>
            <a:ext cx="12442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La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fonctionnalité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b="1" dirty="0">
                <a:latin typeface="Inter" panose="020B0604020202020204" charset="0"/>
                <a:ea typeface="Inter" panose="020B0604020202020204" charset="0"/>
              </a:rPr>
              <a:t>FIM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(</a:t>
            </a:r>
            <a:r>
              <a:rPr lang="en-US" sz="2400" b="1" dirty="0">
                <a:latin typeface="Inter" panose="020B0604020202020204" charset="0"/>
                <a:ea typeface="Inter" panose="020B0604020202020204" charset="0"/>
              </a:rPr>
              <a:t>File Integrity Monitoring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)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permet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surveiller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certains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fichiers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et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répertoires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sensibles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F1C370-91A2-1834-B804-216DB86C8E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23" t="2297" r="11943" b="4941"/>
          <a:stretch>
            <a:fillRect/>
          </a:stretch>
        </p:blipFill>
        <p:spPr>
          <a:xfrm>
            <a:off x="530363" y="2603846"/>
            <a:ext cx="3856268" cy="70756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A6B93C-28EA-EDC1-74CC-36C9F57614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023"/>
          <a:stretch>
            <a:fillRect/>
          </a:stretch>
        </p:blipFill>
        <p:spPr>
          <a:xfrm>
            <a:off x="4608057" y="4292465"/>
            <a:ext cx="13679943" cy="36984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3601700" y="2158589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83284" y="-747794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46733" y="920854"/>
            <a:ext cx="1391489" cy="8445293"/>
            <a:chOff x="0" y="0"/>
            <a:chExt cx="366483" cy="22242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483" cy="2224275"/>
            </a:xfrm>
            <a:custGeom>
              <a:avLst/>
              <a:gdLst/>
              <a:ahLst/>
              <a:cxnLst/>
              <a:rect l="l" t="t" r="r" b="b"/>
              <a:pathLst>
                <a:path w="366483" h="2224275">
                  <a:moveTo>
                    <a:pt x="0" y="0"/>
                  </a:moveTo>
                  <a:lnTo>
                    <a:pt x="366483" y="0"/>
                  </a:lnTo>
                  <a:lnTo>
                    <a:pt x="366483" y="2224275"/>
                  </a:lnTo>
                  <a:lnTo>
                    <a:pt x="0" y="2224275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66483" cy="227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859BD8B-FE49-74B9-B958-68F0A9A63C59}"/>
              </a:ext>
            </a:extLst>
          </p:cNvPr>
          <p:cNvSpPr txBox="1"/>
          <p:nvPr/>
        </p:nvSpPr>
        <p:spPr>
          <a:xfrm>
            <a:off x="1134546" y="1011761"/>
            <a:ext cx="155109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Bricolage Grotesque SemiBold" panose="020B0604020202020204" charset="0"/>
              </a:rPr>
              <a:t>Flux de </a:t>
            </a:r>
            <a:r>
              <a:rPr lang="en-US" sz="4800" b="1" dirty="0" err="1">
                <a:latin typeface="Bricolage Grotesque SemiBold" panose="020B0604020202020204" charset="0"/>
              </a:rPr>
              <a:t>détection</a:t>
            </a:r>
            <a:r>
              <a:rPr lang="en-US" sz="4800" b="1" dirty="0">
                <a:latin typeface="Bricolage Grotesque SemiBold" panose="020B0604020202020204" charset="0"/>
              </a:rPr>
              <a:t> des </a:t>
            </a:r>
            <a:r>
              <a:rPr lang="en-US" sz="4800" b="1" dirty="0" err="1">
                <a:latin typeface="Bricolage Grotesque SemiBold" panose="020B0604020202020204" charset="0"/>
              </a:rPr>
              <a:t>événements</a:t>
            </a:r>
            <a:r>
              <a:rPr lang="en-US" sz="4800" b="1" dirty="0">
                <a:latin typeface="Bricolage Grotesque SemiBold" panose="020B0604020202020204" charset="0"/>
              </a:rPr>
              <a:t> </a:t>
            </a:r>
            <a:r>
              <a:rPr lang="en-US" sz="4800" b="1" dirty="0" err="1">
                <a:latin typeface="Bricolage Grotesque SemiBold" panose="020B0604020202020204" charset="0"/>
              </a:rPr>
              <a:t>d'authentification</a:t>
            </a:r>
            <a:endParaRPr lang="en-US" sz="4800" b="1" dirty="0">
              <a:latin typeface="Bricolage Grotesque SemiBold" panose="020B060402020202020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3EF025-DA38-A85C-878F-256E863A11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89" t="3517" r="6111" b="6482"/>
          <a:stretch>
            <a:fillRect/>
          </a:stretch>
        </p:blipFill>
        <p:spPr>
          <a:xfrm>
            <a:off x="1243856" y="2570179"/>
            <a:ext cx="3842687" cy="71887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E7496E-61E3-80BA-C559-DFCDF8E2D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027" y="2536433"/>
            <a:ext cx="12274973" cy="21870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8D83E0-5EBC-3EE4-A3B9-58D450E712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274" y="5143500"/>
            <a:ext cx="11851698" cy="44997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9124" y="771525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10679" y="-154305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14175261" y="8677114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2"/>
                </a:lnTo>
                <a:lnTo>
                  <a:pt x="0" y="247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5829A281-2FB3-A88A-6FE6-01FA1A8906B6}"/>
              </a:ext>
            </a:extLst>
          </p:cNvPr>
          <p:cNvSpPr/>
          <p:nvPr/>
        </p:nvSpPr>
        <p:spPr>
          <a:xfrm>
            <a:off x="685800" y="834927"/>
            <a:ext cx="6882325" cy="9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6000" b="1" dirty="0" err="1">
                <a:latin typeface="Bricolage Grotesque SemiBold" panose="020B0604020202020204" charset="0"/>
              </a:rPr>
              <a:t>Résultats</a:t>
            </a:r>
            <a:r>
              <a:rPr lang="en-US" sz="6000" b="1" dirty="0">
                <a:latin typeface="Bricolage Grotesque SemiBold" panose="020B0604020202020204" charset="0"/>
              </a:rPr>
              <a:t> </a:t>
            </a:r>
            <a:r>
              <a:rPr lang="en-US" sz="6000" b="1" dirty="0" err="1">
                <a:latin typeface="Bricolage Grotesque SemiBold" panose="020B0604020202020204" charset="0"/>
              </a:rPr>
              <a:t>obtenus</a:t>
            </a:r>
            <a:endParaRPr lang="en-US" sz="6000" b="1" dirty="0">
              <a:latin typeface="Bricolage Grotesque SemiBold" panose="020B060402020202020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C09D60-946E-59EA-CD30-AB90F2CBBFA8}"/>
              </a:ext>
            </a:extLst>
          </p:cNvPr>
          <p:cNvGrpSpPr/>
          <p:nvPr/>
        </p:nvGrpSpPr>
        <p:grpSpPr>
          <a:xfrm>
            <a:off x="1219200" y="2988426"/>
            <a:ext cx="4599147" cy="2782590"/>
            <a:chOff x="2833088" y="6105051"/>
            <a:chExt cx="4599147" cy="2782590"/>
          </a:xfrm>
        </p:grpSpPr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9AC803C-EAFB-38DA-EAA2-3F5BF8BA035A}"/>
                </a:ext>
              </a:extLst>
            </p:cNvPr>
            <p:cNvSpPr/>
            <p:nvPr/>
          </p:nvSpPr>
          <p:spPr>
            <a:xfrm>
              <a:off x="2833088" y="6105051"/>
              <a:ext cx="1704155" cy="297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2800" b="1" dirty="0">
                  <a:latin typeface="Inter" panose="020B0604020202020204" charset="0"/>
                  <a:ea typeface="Inter" panose="020B0604020202020204" charset="0"/>
                </a:rPr>
                <a:t>LDAP :</a:t>
              </a:r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5B1785D-6CBB-5726-7F36-5A328FA7E178}"/>
                </a:ext>
              </a:extLst>
            </p:cNvPr>
            <p:cNvSpPr/>
            <p:nvPr/>
          </p:nvSpPr>
          <p:spPr>
            <a:xfrm>
              <a:off x="2833088" y="6636417"/>
              <a:ext cx="4599147" cy="22512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Authentification</a:t>
              </a: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centralisée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Utilisateurs</a:t>
              </a: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/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groupes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SSSD/PAM/NSS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Home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automatique</a:t>
              </a:r>
              <a:endParaRPr lang="en-US" sz="2400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68D5BC-691F-A36C-AEBA-3662FE34E898}"/>
              </a:ext>
            </a:extLst>
          </p:cNvPr>
          <p:cNvGrpSpPr/>
          <p:nvPr/>
        </p:nvGrpSpPr>
        <p:grpSpPr>
          <a:xfrm>
            <a:off x="7183521" y="2926883"/>
            <a:ext cx="4016185" cy="2844133"/>
            <a:chOff x="7873181" y="6636417"/>
            <a:chExt cx="4016185" cy="2844133"/>
          </a:xfrm>
        </p:grpSpPr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114322F2-FDF5-F7DD-8084-47834270C478}"/>
                </a:ext>
              </a:extLst>
            </p:cNvPr>
            <p:cNvSpPr/>
            <p:nvPr/>
          </p:nvSpPr>
          <p:spPr>
            <a:xfrm>
              <a:off x="7873181" y="6636417"/>
              <a:ext cx="1704155" cy="297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2800" b="1" dirty="0">
                  <a:latin typeface="Inter" panose="020B0604020202020204" charset="0"/>
                  <a:ea typeface="Inter" panose="020B0604020202020204" charset="0"/>
                </a:rPr>
                <a:t>Zabbix :</a:t>
              </a:r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016618C1-5085-51B5-8004-F1DCC7627452}"/>
                </a:ext>
              </a:extLst>
            </p:cNvPr>
            <p:cNvSpPr/>
            <p:nvPr/>
          </p:nvSpPr>
          <p:spPr>
            <a:xfrm>
              <a:off x="7873181" y="7048500"/>
              <a:ext cx="4016185" cy="24320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Supervision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ressources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Services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SNMP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Alertes</a:t>
              </a:r>
              <a:endParaRPr lang="en-US" sz="2400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CF3DDB-7D1A-A353-F434-66E3132A6313}"/>
              </a:ext>
            </a:extLst>
          </p:cNvPr>
          <p:cNvGrpSpPr/>
          <p:nvPr/>
        </p:nvGrpSpPr>
        <p:grpSpPr>
          <a:xfrm>
            <a:off x="12510204" y="2969220"/>
            <a:ext cx="4329996" cy="2860080"/>
            <a:chOff x="12411589" y="4855170"/>
            <a:chExt cx="4329996" cy="2860080"/>
          </a:xfrm>
        </p:grpSpPr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6AA3D986-5624-DB91-229F-72ED8B1B4169}"/>
                </a:ext>
              </a:extLst>
            </p:cNvPr>
            <p:cNvSpPr/>
            <p:nvPr/>
          </p:nvSpPr>
          <p:spPr>
            <a:xfrm>
              <a:off x="12411589" y="4855170"/>
              <a:ext cx="1704155" cy="297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2800" b="1" dirty="0" err="1">
                  <a:latin typeface="Inter" panose="020B0604020202020204" charset="0"/>
                  <a:ea typeface="Inter" panose="020B0604020202020204" charset="0"/>
                </a:rPr>
                <a:t>Wazuh</a:t>
              </a:r>
              <a:r>
                <a:rPr lang="en-US" sz="2800" b="1" dirty="0">
                  <a:latin typeface="Inter" panose="020B0604020202020204" charset="0"/>
                  <a:ea typeface="Inter" panose="020B0604020202020204" charset="0"/>
                </a:rPr>
                <a:t> :</a:t>
              </a: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3F3F4D06-C666-193D-290A-A8E8635D8E48}"/>
                </a:ext>
              </a:extLst>
            </p:cNvPr>
            <p:cNvSpPr/>
            <p:nvPr/>
          </p:nvSpPr>
          <p:spPr>
            <a:xfrm>
              <a:off x="12411589" y="5283150"/>
              <a:ext cx="4329996" cy="243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FIM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Détection</a:t>
              </a: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 LDAP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Règles</a:t>
              </a: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lang="en-US" sz="2400" dirty="0" err="1">
                  <a:latin typeface="Inter" panose="020B0604020202020204" charset="0"/>
                  <a:ea typeface="Inter" panose="020B0604020202020204" charset="0"/>
                </a:rPr>
                <a:t>personnalisées</a:t>
              </a:r>
              <a:br>
                <a:rPr lang="en-US" sz="2400" dirty="0">
                  <a:latin typeface="Inter" panose="020B0604020202020204" charset="0"/>
                  <a:ea typeface="Inter" panose="020B0604020202020204" charset="0"/>
                </a:rPr>
              </a:br>
              <a:r>
                <a:rPr lang="en-US" sz="2400" dirty="0">
                  <a:latin typeface="Inter" panose="020B0604020202020204" charset="0"/>
                  <a:ea typeface="Inter" panose="020B0604020202020204" charset="0"/>
                </a:rPr>
                <a:t>✓ Notifications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9124" y="771525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10679" y="-154305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14175261" y="8677114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2"/>
                </a:lnTo>
                <a:lnTo>
                  <a:pt x="0" y="247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871D4-C472-5CAF-2452-35B271E11BF0}"/>
              </a:ext>
            </a:extLst>
          </p:cNvPr>
          <p:cNvSpPr txBox="1"/>
          <p:nvPr/>
        </p:nvSpPr>
        <p:spPr>
          <a:xfrm>
            <a:off x="949192" y="698526"/>
            <a:ext cx="92480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err="1">
                <a:latin typeface="Bricolage Grotesque SemiBold" panose="020B0604020202020204" charset="0"/>
              </a:rPr>
              <a:t>Limites</a:t>
            </a:r>
            <a:r>
              <a:rPr lang="en-US" sz="6000" b="1" dirty="0">
                <a:latin typeface="Bricolage Grotesque SemiBold" panose="020B0604020202020204" charset="0"/>
              </a:rPr>
              <a:t>  &amp;  Perspectives 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0A77311-0C08-6AC5-5FFD-3EE7F0B873D2}"/>
              </a:ext>
            </a:extLst>
          </p:cNvPr>
          <p:cNvSpPr/>
          <p:nvPr/>
        </p:nvSpPr>
        <p:spPr>
          <a:xfrm>
            <a:off x="1473644" y="3141820"/>
            <a:ext cx="2446366" cy="29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b="1" dirty="0" err="1">
                <a:latin typeface="Inter" panose="020B0604020202020204" charset="0"/>
                <a:ea typeface="Inter" panose="020B0604020202020204" charset="0"/>
              </a:rPr>
              <a:t>Limites</a:t>
            </a:r>
            <a:endParaRPr lang="en-US" sz="28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E4C86EA-21F9-7AD9-C772-074727CE69E7}"/>
              </a:ext>
            </a:extLst>
          </p:cNvPr>
          <p:cNvSpPr/>
          <p:nvPr/>
        </p:nvSpPr>
        <p:spPr>
          <a:xfrm>
            <a:off x="1473644" y="3843649"/>
            <a:ext cx="6470750" cy="308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Environnement de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laboratoire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virtualisé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Ressources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RAM/stockage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limitées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Absence de haute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disponibilité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Sécurisation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LDAP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avancée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à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compléter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Périmètre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des tests de sécurité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limité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3E2E6A0-4667-B9B9-C8B0-B55E2C3743FD}"/>
              </a:ext>
            </a:extLst>
          </p:cNvPr>
          <p:cNvSpPr/>
          <p:nvPr/>
        </p:nvSpPr>
        <p:spPr>
          <a:xfrm>
            <a:off x="10186351" y="3141820"/>
            <a:ext cx="2446366" cy="29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b="1" dirty="0">
                <a:latin typeface="Inter" panose="020B0604020202020204" charset="0"/>
                <a:ea typeface="Inter" panose="020B0604020202020204" charset="0"/>
              </a:rPr>
              <a:t>Perspectives</a:t>
            </a: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7D9DD2B-94D5-9CE3-44F6-4F6CC2AD4DE9}"/>
              </a:ext>
            </a:extLst>
          </p:cNvPr>
          <p:cNvSpPr/>
          <p:nvPr/>
        </p:nvSpPr>
        <p:spPr>
          <a:xfrm>
            <a:off x="10197237" y="3843649"/>
            <a:ext cx="6096000" cy="419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TLS / LDAPS /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StartTLS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Haute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disponibilité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Enrichissement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règles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Wazuh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Corrélation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avancée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Extension de la supervision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Évolution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vers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une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architecture SOC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551215"/>
            <a:ext cx="3896924" cy="1543050"/>
            <a:chOff x="0" y="0"/>
            <a:chExt cx="102635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6350" cy="406400"/>
            </a:xfrm>
            <a:custGeom>
              <a:avLst/>
              <a:gdLst/>
              <a:ahLst/>
              <a:cxnLst/>
              <a:rect l="l" t="t" r="r" b="b"/>
              <a:pathLst>
                <a:path w="1026350" h="406400">
                  <a:moveTo>
                    <a:pt x="0" y="0"/>
                  </a:moveTo>
                  <a:lnTo>
                    <a:pt x="1026350" y="0"/>
                  </a:lnTo>
                  <a:lnTo>
                    <a:pt x="102635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2635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38803" y="9258300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664068" y="957614"/>
            <a:ext cx="1146571" cy="114657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5205595" y="-2104185"/>
            <a:ext cx="2520989" cy="3962261"/>
          </a:xfrm>
          <a:custGeom>
            <a:avLst/>
            <a:gdLst/>
            <a:ahLst/>
            <a:cxnLst/>
            <a:rect l="l" t="t" r="r" b="b"/>
            <a:pathLst>
              <a:path w="2520989" h="3962261">
                <a:moveTo>
                  <a:pt x="0" y="3962261"/>
                </a:moveTo>
                <a:lnTo>
                  <a:pt x="2520988" y="3962261"/>
                </a:lnTo>
                <a:lnTo>
                  <a:pt x="2520988" y="0"/>
                </a:lnTo>
                <a:lnTo>
                  <a:pt x="0" y="0"/>
                </a:lnTo>
                <a:lnTo>
                  <a:pt x="0" y="39622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902332" y="9092488"/>
            <a:ext cx="618357" cy="579596"/>
          </a:xfrm>
          <a:custGeom>
            <a:avLst/>
            <a:gdLst/>
            <a:ahLst/>
            <a:cxnLst/>
            <a:rect l="l" t="t" r="r" b="b"/>
            <a:pathLst>
              <a:path w="618357" h="579596">
                <a:moveTo>
                  <a:pt x="0" y="0"/>
                </a:moveTo>
                <a:lnTo>
                  <a:pt x="618357" y="0"/>
                </a:lnTo>
                <a:lnTo>
                  <a:pt x="618357" y="579596"/>
                </a:lnTo>
                <a:lnTo>
                  <a:pt x="0" y="579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58963" y="407054"/>
            <a:ext cx="9338785" cy="168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50"/>
              </a:lnSpc>
              <a:spcBef>
                <a:spcPct val="0"/>
              </a:spcBef>
            </a:pPr>
            <a:r>
              <a:rPr lang="en-US" sz="932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6527" y="2881512"/>
            <a:ext cx="15843964" cy="5093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Ce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projet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a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permis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concevoir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et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mettre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en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œuvre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une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plateforme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intégrant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trois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fonctions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complémentaires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l'administration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informatique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Inter" panose="020B0604020202020204" charset="0"/>
                <a:ea typeface="Inter" panose="020B0604020202020204" charset="0"/>
              </a:rPr>
              <a:t>LDAP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pour la gestion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centralisée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identités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Inter" panose="020B0604020202020204" charset="0"/>
                <a:ea typeface="Inter" panose="020B0604020202020204" charset="0"/>
              </a:rPr>
              <a:t>Zabbix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pour la supervision de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l'infrastructure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b="1" dirty="0" err="1">
                <a:latin typeface="Inter" panose="020B0604020202020204" charset="0"/>
                <a:ea typeface="Inter" panose="020B0604020202020204" charset="0"/>
              </a:rPr>
              <a:t>Wazuh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pour la surveillance et la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détection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événements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 sécurité.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Les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différents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tests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réalisés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ont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permis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 valider le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fonctionnement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des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principaux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composants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et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leur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intégration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au sein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d'une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800" dirty="0" err="1">
                <a:latin typeface="Inter" panose="020B0604020202020204" charset="0"/>
                <a:ea typeface="Inter" panose="020B0604020202020204" charset="0"/>
              </a:rPr>
              <a:t>même</a:t>
            </a:r>
            <a:r>
              <a:rPr lang="en-US" sz="2800" dirty="0">
                <a:latin typeface="Inter" panose="020B0604020202020204" charset="0"/>
                <a:ea typeface="Inter" panose="020B0604020202020204" charset="0"/>
              </a:rPr>
              <a:t> architecture.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00721" y="3057343"/>
            <a:ext cx="3529421" cy="3338071"/>
            <a:chOff x="0" y="0"/>
            <a:chExt cx="929559" cy="8791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9559" cy="879163"/>
            </a:xfrm>
            <a:custGeom>
              <a:avLst/>
              <a:gdLst/>
              <a:ahLst/>
              <a:cxnLst/>
              <a:rect l="l" t="t" r="r" b="b"/>
              <a:pathLst>
                <a:path w="929559" h="879163">
                  <a:moveTo>
                    <a:pt x="0" y="0"/>
                  </a:moveTo>
                  <a:lnTo>
                    <a:pt x="929559" y="0"/>
                  </a:lnTo>
                  <a:lnTo>
                    <a:pt x="929559" y="879163"/>
                  </a:lnTo>
                  <a:lnTo>
                    <a:pt x="0" y="879163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29559" cy="92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50683" y="7365373"/>
            <a:ext cx="1190712" cy="11907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207460" y="7876541"/>
            <a:ext cx="2618042" cy="4114800"/>
          </a:xfrm>
          <a:custGeom>
            <a:avLst/>
            <a:gdLst/>
            <a:ahLst/>
            <a:cxnLst/>
            <a:rect l="l" t="t" r="r" b="b"/>
            <a:pathLst>
              <a:path w="2618042" h="4114800">
                <a:moveTo>
                  <a:pt x="0" y="0"/>
                </a:moveTo>
                <a:lnTo>
                  <a:pt x="2618042" y="0"/>
                </a:lnTo>
                <a:lnTo>
                  <a:pt x="2618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3601700" y="2158589"/>
            <a:ext cx="7315200" cy="247973"/>
          </a:xfrm>
          <a:custGeom>
            <a:avLst/>
            <a:gdLst/>
            <a:ahLst/>
            <a:cxnLst/>
            <a:rect l="l" t="t" r="r" b="b"/>
            <a:pathLst>
              <a:path w="7315200" h="247973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74125" y="-869877"/>
            <a:ext cx="3251377" cy="2483239"/>
          </a:xfrm>
          <a:custGeom>
            <a:avLst/>
            <a:gdLst/>
            <a:ahLst/>
            <a:cxnLst/>
            <a:rect l="l" t="t" r="r" b="b"/>
            <a:pathLst>
              <a:path w="3251377" h="2483239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71519" y="2394915"/>
            <a:ext cx="14744962" cy="43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090"/>
              </a:lnSpc>
            </a:pPr>
            <a:r>
              <a:rPr lang="en-US" sz="1220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MERCI DE VOTRE ATTENTION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1519" y="7308223"/>
            <a:ext cx="4756636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20180C"/>
                </a:solidFill>
                <a:latin typeface="Inter"/>
                <a:ea typeface="Inter"/>
                <a:cs typeface="Inter"/>
                <a:sym typeface="Inter"/>
              </a:rPr>
              <a:t>13 October 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2329</Words>
  <Application>Microsoft Office PowerPoint</Application>
  <PresentationFormat>Custom</PresentationFormat>
  <Paragraphs>159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Courier New</vt:lpstr>
      <vt:lpstr>Calibri</vt:lpstr>
      <vt:lpstr>Inter</vt:lpstr>
      <vt:lpstr>Bricolage Grotesque SemiBold</vt:lpstr>
      <vt:lpstr>Wingdings</vt:lpstr>
      <vt:lpstr>Poppins Bold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White Simple Research Proposal Presentation</dc:title>
  <dc:creator>YOUNESS ANGAR</dc:creator>
  <cp:lastModifiedBy>YOU NGR</cp:lastModifiedBy>
  <cp:revision>20</cp:revision>
  <dcterms:created xsi:type="dcterms:W3CDTF">2006-08-16T00:00:00Z</dcterms:created>
  <dcterms:modified xsi:type="dcterms:W3CDTF">2026-10-14T15:23:14Z</dcterms:modified>
  <dc:identifier>DAHM9L0AiAc</dc:identifier>
</cp:coreProperties>
</file>